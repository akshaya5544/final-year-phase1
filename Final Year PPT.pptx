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12A4BB-A1A4-4D61-9B0E-32706C40456B}">
  <a:tblStyle styleId="{9412A4BB-A1A4-4D61-9B0E-32706C40456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a222fbc21_2_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3aa222fbc21_2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a222fbc21_2_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g3aa222fbc21_2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a222fbc21_2_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g3aa222fbc21_2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a222fbc21_2_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3aa222fbc21_2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a222fbc21_2_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3aa222fbc21_2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a222fbc21_2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aa222fbc21_2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g3aa222fbc21_2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a222fbc21_2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aa222fbc21_2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g3aa222fbc21_2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a222fbc21_2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aa222fbc21_2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g3aa222fbc21_2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a222fbc21_2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aa222fbc21_2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3aa222fbc21_2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a222fbc21_2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aa222fbc21_2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3aa222fbc21_2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a222fbc21_2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aa222fbc21_2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3aa222fbc21_2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a222fbc2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a222fbc2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a222fbc21_2_1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3aa222fbc21_2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8" name="Shape 58"/>
        <p:cNvGrpSpPr/>
        <p:nvPr/>
      </p:nvGrpSpPr>
      <p:grpSpPr>
        <a:xfrm>
          <a:off x="0" y="0"/>
          <a:ext cx="0" cy="0"/>
          <a:chOff x="0" y="0"/>
          <a:chExt cx="0" cy="0"/>
        </a:xfrm>
      </p:grpSpPr>
      <p:sp>
        <p:nvSpPr>
          <p:cNvPr id="59" name="Google Shape;59;p14"/>
          <p:cNvSpPr/>
          <p:nvPr/>
        </p:nvSpPr>
        <p:spPr>
          <a:xfrm>
            <a:off x="685800" y="1795463"/>
            <a:ext cx="7772400" cy="82153"/>
          </a:xfrm>
          <a:custGeom>
            <a:rect b="b" l="l" r="r" t="t"/>
            <a:pathLst>
              <a:path extrusionOk="0" h="1000" w="1000">
                <a:moveTo>
                  <a:pt x="0" y="0"/>
                </a:moveTo>
                <a:lnTo>
                  <a:pt x="618" y="0"/>
                </a:lnTo>
                <a:lnTo>
                  <a:pt x="618" y="1000"/>
                </a:lnTo>
                <a:lnTo>
                  <a:pt x="0" y="1000"/>
                </a:lnTo>
                <a:lnTo>
                  <a:pt x="0" y="0"/>
                </a:lnTo>
                <a:close/>
              </a:path>
              <a:path extrusionOk="0" h="1000" w="1000">
                <a:moveTo>
                  <a:pt x="0" y="0"/>
                </a:moveTo>
                <a:lnTo>
                  <a:pt x="1000" y="0"/>
                </a:lnTo>
              </a:path>
            </a:pathLst>
          </a:custGeom>
          <a:solidFill>
            <a:schemeClr val="accent2"/>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Verdana"/>
              <a:ea typeface="Verdana"/>
              <a:cs typeface="Verdana"/>
              <a:sym typeface="Verdana"/>
            </a:endParaRPr>
          </a:p>
        </p:txBody>
      </p:sp>
      <p:sp>
        <p:nvSpPr>
          <p:cNvPr id="60" name="Google Shape;60;p14"/>
          <p:cNvSpPr txBox="1"/>
          <p:nvPr>
            <p:ph type="ctrTitle"/>
          </p:nvPr>
        </p:nvSpPr>
        <p:spPr>
          <a:xfrm>
            <a:off x="685800" y="742950"/>
            <a:ext cx="7772400" cy="1028700"/>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sz="3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4"/>
          <p:cNvSpPr txBox="1"/>
          <p:nvPr>
            <p:ph idx="1" type="subTitle"/>
          </p:nvPr>
        </p:nvSpPr>
        <p:spPr>
          <a:xfrm>
            <a:off x="1447800" y="2571750"/>
            <a:ext cx="7010400" cy="1200150"/>
          </a:xfrm>
          <a:prstGeom prst="rect">
            <a:avLst/>
          </a:prstGeom>
          <a:noFill/>
          <a:ln>
            <a:noFill/>
          </a:ln>
        </p:spPr>
        <p:txBody>
          <a:bodyPr anchorCtr="0" anchor="t" bIns="34275" lIns="68575" spcFirstLastPara="1" rIns="68575" wrap="square" tIns="34275">
            <a:noAutofit/>
          </a:bodyPr>
          <a:lstStyle>
            <a:lvl1pPr lvl="0" algn="l">
              <a:lnSpc>
                <a:spcPct val="100000"/>
              </a:lnSpc>
              <a:spcBef>
                <a:spcPts val="400"/>
              </a:spcBef>
              <a:spcAft>
                <a:spcPts val="0"/>
              </a:spcAft>
              <a:buSzPts val="2100"/>
              <a:buFont typeface="Noto Sans Symbols"/>
              <a:buNone/>
              <a:defRPr sz="2100"/>
            </a:lvl1pPr>
            <a:lvl2pPr lvl="1" algn="l">
              <a:lnSpc>
                <a:spcPct val="100000"/>
              </a:lnSpc>
              <a:spcBef>
                <a:spcPts val="300"/>
              </a:spcBef>
              <a:spcAft>
                <a:spcPts val="0"/>
              </a:spcAft>
              <a:buSzPts val="1400"/>
              <a:buChar char="■"/>
              <a:defRPr/>
            </a:lvl2pPr>
            <a:lvl3pPr lvl="2" algn="l">
              <a:lnSpc>
                <a:spcPct val="100000"/>
              </a:lnSpc>
              <a:spcBef>
                <a:spcPts val="300"/>
              </a:spcBef>
              <a:spcAft>
                <a:spcPts val="0"/>
              </a:spcAft>
              <a:buSzPts val="1400"/>
              <a:buChar char="□"/>
              <a:defRPr/>
            </a:lvl3pPr>
            <a:lvl4pPr lvl="3" algn="l">
              <a:lnSpc>
                <a:spcPct val="100000"/>
              </a:lnSpc>
              <a:spcBef>
                <a:spcPts val="300"/>
              </a:spcBef>
              <a:spcAft>
                <a:spcPts val="0"/>
              </a:spcAft>
              <a:buSzPts val="1400"/>
              <a:buChar char="■"/>
              <a:defRPr/>
            </a:lvl4pPr>
            <a:lvl5pPr lvl="4" algn="l">
              <a:lnSpc>
                <a:spcPct val="100000"/>
              </a:lnSpc>
              <a:spcBef>
                <a:spcPts val="300"/>
              </a:spcBef>
              <a:spcAft>
                <a:spcPts val="0"/>
              </a:spcAft>
              <a:buSzPts val="1400"/>
              <a:buChar char="▪"/>
              <a:defRPr/>
            </a:lvl5pPr>
            <a:lvl6pPr lvl="5" algn="l">
              <a:lnSpc>
                <a:spcPct val="100000"/>
              </a:lnSpc>
              <a:spcBef>
                <a:spcPts val="300"/>
              </a:spcBef>
              <a:spcAft>
                <a:spcPts val="0"/>
              </a:spcAft>
              <a:buSzPts val="1400"/>
              <a:buChar char="▪"/>
              <a:defRPr/>
            </a:lvl6pPr>
            <a:lvl7pPr lvl="6" algn="l">
              <a:lnSpc>
                <a:spcPct val="100000"/>
              </a:lnSpc>
              <a:spcBef>
                <a:spcPts val="300"/>
              </a:spcBef>
              <a:spcAft>
                <a:spcPts val="0"/>
              </a:spcAft>
              <a:buSzPts val="1400"/>
              <a:buChar char="▪"/>
              <a:defRPr/>
            </a:lvl7pPr>
            <a:lvl8pPr lvl="7" algn="l">
              <a:lnSpc>
                <a:spcPct val="100000"/>
              </a:lnSpc>
              <a:spcBef>
                <a:spcPts val="300"/>
              </a:spcBef>
              <a:spcAft>
                <a:spcPts val="0"/>
              </a:spcAft>
              <a:buSzPts val="1400"/>
              <a:buChar char="▪"/>
              <a:defRPr/>
            </a:lvl8pPr>
            <a:lvl9pPr lvl="8" algn="l">
              <a:lnSpc>
                <a:spcPct val="100000"/>
              </a:lnSpc>
              <a:spcBef>
                <a:spcPts val="300"/>
              </a:spcBef>
              <a:spcAft>
                <a:spcPts val="0"/>
              </a:spcAft>
              <a:buSzPts val="1400"/>
              <a:buChar char="▪"/>
              <a:defRPr/>
            </a:lvl9pPr>
          </a:lstStyle>
          <a:p/>
        </p:txBody>
      </p:sp>
      <p:sp>
        <p:nvSpPr>
          <p:cNvPr id="62" name="Google Shape;62;p14"/>
          <p:cNvSpPr txBox="1"/>
          <p:nvPr>
            <p:ph idx="10" type="dt"/>
          </p:nvPr>
        </p:nvSpPr>
        <p:spPr>
          <a:xfrm>
            <a:off x="685800" y="4686300"/>
            <a:ext cx="1905000" cy="3429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14"/>
          <p:cNvSpPr txBox="1"/>
          <p:nvPr>
            <p:ph idx="11" type="ftr"/>
          </p:nvPr>
        </p:nvSpPr>
        <p:spPr>
          <a:xfrm>
            <a:off x="3124200" y="4686300"/>
            <a:ext cx="2895600" cy="3429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4"/>
          <p:cNvSpPr txBox="1"/>
          <p:nvPr>
            <p:ph idx="12" type="sldNum"/>
          </p:nvPr>
        </p:nvSpPr>
        <p:spPr>
          <a:xfrm>
            <a:off x="6553200" y="4686300"/>
            <a:ext cx="1905000" cy="3429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5"/>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5"/>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SzPts val="1400"/>
              <a:buChar char="□"/>
              <a:defRPr/>
            </a:lvl1pPr>
            <a:lvl2pPr indent="-317500" lvl="1" marL="914400" algn="l">
              <a:lnSpc>
                <a:spcPct val="100000"/>
              </a:lnSpc>
              <a:spcBef>
                <a:spcPts val="300"/>
              </a:spcBef>
              <a:spcAft>
                <a:spcPts val="0"/>
              </a:spcAft>
              <a:buSzPts val="1400"/>
              <a:buChar char="■"/>
              <a:defRPr/>
            </a:lvl2pPr>
            <a:lvl3pPr indent="-317500" lvl="2" marL="1371600" algn="l">
              <a:lnSpc>
                <a:spcPct val="100000"/>
              </a:lnSpc>
              <a:spcBef>
                <a:spcPts val="300"/>
              </a:spcBef>
              <a:spcAft>
                <a:spcPts val="0"/>
              </a:spcAft>
              <a:buSzPts val="1400"/>
              <a:buChar char="□"/>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68" name="Google Shape;68;p15"/>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5"/>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5"/>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6"/>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6"/>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16"/>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6"/>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6" name="Shape 76"/>
        <p:cNvGrpSpPr/>
        <p:nvPr/>
      </p:nvGrpSpPr>
      <p:grpSpPr>
        <a:xfrm>
          <a:off x="0" y="0"/>
          <a:ext cx="0" cy="0"/>
          <a:chOff x="0" y="0"/>
          <a:chExt cx="0" cy="0"/>
        </a:xfrm>
      </p:grpSpPr>
      <p:sp>
        <p:nvSpPr>
          <p:cNvPr id="77" name="Google Shape;77;p17"/>
          <p:cNvSpPr txBox="1"/>
          <p:nvPr>
            <p:ph type="title"/>
          </p:nvPr>
        </p:nvSpPr>
        <p:spPr>
          <a:xfrm>
            <a:off x="722313" y="3305176"/>
            <a:ext cx="7772400" cy="1021556"/>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7"/>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300"/>
              </a:spcBef>
              <a:spcAft>
                <a:spcPts val="0"/>
              </a:spcAft>
              <a:buSzPts val="1500"/>
              <a:buNone/>
              <a:defRPr sz="1500"/>
            </a:lvl1pPr>
            <a:lvl2pPr indent="-228600" lvl="1" marL="914400" algn="l">
              <a:lnSpc>
                <a:spcPct val="100000"/>
              </a:lnSpc>
              <a:spcBef>
                <a:spcPts val="300"/>
              </a:spcBef>
              <a:spcAft>
                <a:spcPts val="0"/>
              </a:spcAft>
              <a:buSzPts val="1400"/>
              <a:buNone/>
              <a:defRPr sz="1400"/>
            </a:lvl2pPr>
            <a:lvl3pPr indent="-228600" lvl="2" marL="1371600" algn="l">
              <a:lnSpc>
                <a:spcPct val="100000"/>
              </a:lnSpc>
              <a:spcBef>
                <a:spcPts val="200"/>
              </a:spcBef>
              <a:spcAft>
                <a:spcPts val="0"/>
              </a:spcAft>
              <a:buSzPts val="1200"/>
              <a:buNone/>
              <a:defRPr sz="1200"/>
            </a:lvl3pPr>
            <a:lvl4pPr indent="-228600" lvl="3" marL="1828800" algn="l">
              <a:lnSpc>
                <a:spcPct val="100000"/>
              </a:lnSpc>
              <a:spcBef>
                <a:spcPts val="200"/>
              </a:spcBef>
              <a:spcAft>
                <a:spcPts val="0"/>
              </a:spcAft>
              <a:buSzPts val="1100"/>
              <a:buNone/>
              <a:defRPr sz="1100"/>
            </a:lvl4pPr>
            <a:lvl5pPr indent="-228600" lvl="4" marL="2286000" algn="l">
              <a:lnSpc>
                <a:spcPct val="100000"/>
              </a:lnSpc>
              <a:spcBef>
                <a:spcPts val="300"/>
              </a:spcBef>
              <a:spcAft>
                <a:spcPts val="0"/>
              </a:spcAft>
              <a:buSzPts val="1100"/>
              <a:buNone/>
              <a:defRPr sz="1100"/>
            </a:lvl5pPr>
            <a:lvl6pPr indent="-228600" lvl="5" marL="2743200" algn="l">
              <a:lnSpc>
                <a:spcPct val="100000"/>
              </a:lnSpc>
              <a:spcBef>
                <a:spcPts val="300"/>
              </a:spcBef>
              <a:spcAft>
                <a:spcPts val="0"/>
              </a:spcAft>
              <a:buSzPts val="1100"/>
              <a:buNone/>
              <a:defRPr sz="1100"/>
            </a:lvl6pPr>
            <a:lvl7pPr indent="-228600" lvl="6" marL="3200400" algn="l">
              <a:lnSpc>
                <a:spcPct val="100000"/>
              </a:lnSpc>
              <a:spcBef>
                <a:spcPts val="300"/>
              </a:spcBef>
              <a:spcAft>
                <a:spcPts val="0"/>
              </a:spcAft>
              <a:buSzPts val="1100"/>
              <a:buNone/>
              <a:defRPr sz="1100"/>
            </a:lvl7pPr>
            <a:lvl8pPr indent="-228600" lvl="7" marL="3657600" algn="l">
              <a:lnSpc>
                <a:spcPct val="100000"/>
              </a:lnSpc>
              <a:spcBef>
                <a:spcPts val="300"/>
              </a:spcBef>
              <a:spcAft>
                <a:spcPts val="0"/>
              </a:spcAft>
              <a:buSzPts val="1100"/>
              <a:buNone/>
              <a:defRPr sz="1100"/>
            </a:lvl8pPr>
            <a:lvl9pPr indent="-228600" lvl="8" marL="4114800" algn="l">
              <a:lnSpc>
                <a:spcPct val="100000"/>
              </a:lnSpc>
              <a:spcBef>
                <a:spcPts val="300"/>
              </a:spcBef>
              <a:spcAft>
                <a:spcPts val="0"/>
              </a:spcAft>
              <a:buSzPts val="1100"/>
              <a:buNone/>
              <a:defRPr sz="1100"/>
            </a:lvl9pPr>
          </a:lstStyle>
          <a:p/>
        </p:txBody>
      </p:sp>
      <p:sp>
        <p:nvSpPr>
          <p:cNvPr id="79" name="Google Shape;79;p17"/>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7"/>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17"/>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2" name="Shape 82"/>
        <p:cNvGrpSpPr/>
        <p:nvPr/>
      </p:nvGrpSpPr>
      <p:grpSpPr>
        <a:xfrm>
          <a:off x="0" y="0"/>
          <a:ext cx="0" cy="0"/>
          <a:chOff x="0" y="0"/>
          <a:chExt cx="0" cy="0"/>
        </a:xfrm>
      </p:grpSpPr>
      <p:sp>
        <p:nvSpPr>
          <p:cNvPr id="83" name="Google Shape;83;p18"/>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8"/>
          <p:cNvSpPr txBox="1"/>
          <p:nvPr>
            <p:ph idx="1" type="body"/>
          </p:nvPr>
        </p:nvSpPr>
        <p:spPr>
          <a:xfrm>
            <a:off x="566738" y="1314450"/>
            <a:ext cx="3924300" cy="3200400"/>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SzPts val="2100"/>
              <a:buChar char="□"/>
              <a:defRPr sz="2100"/>
            </a:lvl1pPr>
            <a:lvl2pPr indent="-342900" lvl="1" marL="914400" algn="l">
              <a:lnSpc>
                <a:spcPct val="100000"/>
              </a:lnSpc>
              <a:spcBef>
                <a:spcPts val="400"/>
              </a:spcBef>
              <a:spcAft>
                <a:spcPts val="0"/>
              </a:spcAft>
              <a:buSzPts val="1800"/>
              <a:buChar char="■"/>
              <a:defRPr sz="1800"/>
            </a:lvl2pPr>
            <a:lvl3pPr indent="-323850" lvl="2" marL="1371600" algn="l">
              <a:lnSpc>
                <a:spcPct val="100000"/>
              </a:lnSpc>
              <a:spcBef>
                <a:spcPts val="300"/>
              </a:spcBef>
              <a:spcAft>
                <a:spcPts val="0"/>
              </a:spcAft>
              <a:buSzPts val="1500"/>
              <a:buChar char="□"/>
              <a:defRPr sz="1500"/>
            </a:lvl3pPr>
            <a:lvl4pPr indent="-317500" lvl="3" marL="1828800" algn="l">
              <a:lnSpc>
                <a:spcPct val="100000"/>
              </a:lnSpc>
              <a:spcBef>
                <a:spcPts val="300"/>
              </a:spcBef>
              <a:spcAft>
                <a:spcPts val="0"/>
              </a:spcAft>
              <a:buSzPts val="1400"/>
              <a:buChar char="■"/>
              <a:defRPr sz="1400"/>
            </a:lvl4pPr>
            <a:lvl5pPr indent="-317500" lvl="4" marL="2286000" algn="l">
              <a:lnSpc>
                <a:spcPct val="100000"/>
              </a:lnSpc>
              <a:spcBef>
                <a:spcPts val="300"/>
              </a:spcBef>
              <a:spcAft>
                <a:spcPts val="0"/>
              </a:spcAft>
              <a:buSzPts val="1400"/>
              <a:buChar char="▪"/>
              <a:defRPr sz="1400"/>
            </a:lvl5pPr>
            <a:lvl6pPr indent="-317500" lvl="5" marL="2743200" algn="l">
              <a:lnSpc>
                <a:spcPct val="100000"/>
              </a:lnSpc>
              <a:spcBef>
                <a:spcPts val="300"/>
              </a:spcBef>
              <a:spcAft>
                <a:spcPts val="0"/>
              </a:spcAft>
              <a:buSzPts val="1400"/>
              <a:buChar char="▪"/>
              <a:defRPr sz="1400"/>
            </a:lvl6pPr>
            <a:lvl7pPr indent="-317500" lvl="6" marL="3200400" algn="l">
              <a:lnSpc>
                <a:spcPct val="100000"/>
              </a:lnSpc>
              <a:spcBef>
                <a:spcPts val="300"/>
              </a:spcBef>
              <a:spcAft>
                <a:spcPts val="0"/>
              </a:spcAft>
              <a:buSzPts val="1400"/>
              <a:buChar char="▪"/>
              <a:defRPr sz="1400"/>
            </a:lvl7pPr>
            <a:lvl8pPr indent="-317500" lvl="7" marL="3657600" algn="l">
              <a:lnSpc>
                <a:spcPct val="100000"/>
              </a:lnSpc>
              <a:spcBef>
                <a:spcPts val="300"/>
              </a:spcBef>
              <a:spcAft>
                <a:spcPts val="0"/>
              </a:spcAft>
              <a:buSzPts val="1400"/>
              <a:buChar char="▪"/>
              <a:defRPr sz="1400"/>
            </a:lvl8pPr>
            <a:lvl9pPr indent="-317500" lvl="8" marL="4114800" algn="l">
              <a:lnSpc>
                <a:spcPct val="100000"/>
              </a:lnSpc>
              <a:spcBef>
                <a:spcPts val="300"/>
              </a:spcBef>
              <a:spcAft>
                <a:spcPts val="0"/>
              </a:spcAft>
              <a:buSzPts val="1400"/>
              <a:buChar char="▪"/>
              <a:defRPr sz="1400"/>
            </a:lvl9pPr>
          </a:lstStyle>
          <a:p/>
        </p:txBody>
      </p:sp>
      <p:sp>
        <p:nvSpPr>
          <p:cNvPr id="85" name="Google Shape;85;p18"/>
          <p:cNvSpPr txBox="1"/>
          <p:nvPr>
            <p:ph idx="2" type="body"/>
          </p:nvPr>
        </p:nvSpPr>
        <p:spPr>
          <a:xfrm>
            <a:off x="4643438" y="1314450"/>
            <a:ext cx="3924300" cy="3200400"/>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SzPts val="2100"/>
              <a:buChar char="□"/>
              <a:defRPr sz="2100"/>
            </a:lvl1pPr>
            <a:lvl2pPr indent="-342900" lvl="1" marL="914400" algn="l">
              <a:lnSpc>
                <a:spcPct val="100000"/>
              </a:lnSpc>
              <a:spcBef>
                <a:spcPts val="400"/>
              </a:spcBef>
              <a:spcAft>
                <a:spcPts val="0"/>
              </a:spcAft>
              <a:buSzPts val="1800"/>
              <a:buChar char="■"/>
              <a:defRPr sz="1800"/>
            </a:lvl2pPr>
            <a:lvl3pPr indent="-323850" lvl="2" marL="1371600" algn="l">
              <a:lnSpc>
                <a:spcPct val="100000"/>
              </a:lnSpc>
              <a:spcBef>
                <a:spcPts val="300"/>
              </a:spcBef>
              <a:spcAft>
                <a:spcPts val="0"/>
              </a:spcAft>
              <a:buSzPts val="1500"/>
              <a:buChar char="□"/>
              <a:defRPr sz="1500"/>
            </a:lvl3pPr>
            <a:lvl4pPr indent="-317500" lvl="3" marL="1828800" algn="l">
              <a:lnSpc>
                <a:spcPct val="100000"/>
              </a:lnSpc>
              <a:spcBef>
                <a:spcPts val="300"/>
              </a:spcBef>
              <a:spcAft>
                <a:spcPts val="0"/>
              </a:spcAft>
              <a:buSzPts val="1400"/>
              <a:buChar char="■"/>
              <a:defRPr sz="1400"/>
            </a:lvl4pPr>
            <a:lvl5pPr indent="-317500" lvl="4" marL="2286000" algn="l">
              <a:lnSpc>
                <a:spcPct val="100000"/>
              </a:lnSpc>
              <a:spcBef>
                <a:spcPts val="300"/>
              </a:spcBef>
              <a:spcAft>
                <a:spcPts val="0"/>
              </a:spcAft>
              <a:buSzPts val="1400"/>
              <a:buChar char="▪"/>
              <a:defRPr sz="1400"/>
            </a:lvl5pPr>
            <a:lvl6pPr indent="-317500" lvl="5" marL="2743200" algn="l">
              <a:lnSpc>
                <a:spcPct val="100000"/>
              </a:lnSpc>
              <a:spcBef>
                <a:spcPts val="300"/>
              </a:spcBef>
              <a:spcAft>
                <a:spcPts val="0"/>
              </a:spcAft>
              <a:buSzPts val="1400"/>
              <a:buChar char="▪"/>
              <a:defRPr sz="1400"/>
            </a:lvl6pPr>
            <a:lvl7pPr indent="-317500" lvl="6" marL="3200400" algn="l">
              <a:lnSpc>
                <a:spcPct val="100000"/>
              </a:lnSpc>
              <a:spcBef>
                <a:spcPts val="300"/>
              </a:spcBef>
              <a:spcAft>
                <a:spcPts val="0"/>
              </a:spcAft>
              <a:buSzPts val="1400"/>
              <a:buChar char="▪"/>
              <a:defRPr sz="1400"/>
            </a:lvl7pPr>
            <a:lvl8pPr indent="-317500" lvl="7" marL="3657600" algn="l">
              <a:lnSpc>
                <a:spcPct val="100000"/>
              </a:lnSpc>
              <a:spcBef>
                <a:spcPts val="300"/>
              </a:spcBef>
              <a:spcAft>
                <a:spcPts val="0"/>
              </a:spcAft>
              <a:buSzPts val="1400"/>
              <a:buChar char="▪"/>
              <a:defRPr sz="1400"/>
            </a:lvl8pPr>
            <a:lvl9pPr indent="-317500" lvl="8" marL="4114800" algn="l">
              <a:lnSpc>
                <a:spcPct val="100000"/>
              </a:lnSpc>
              <a:spcBef>
                <a:spcPts val="300"/>
              </a:spcBef>
              <a:spcAft>
                <a:spcPts val="0"/>
              </a:spcAft>
              <a:buSzPts val="1400"/>
              <a:buChar char="▪"/>
              <a:defRPr sz="1400"/>
            </a:lvl9pPr>
          </a:lstStyle>
          <a:p/>
        </p:txBody>
      </p:sp>
      <p:sp>
        <p:nvSpPr>
          <p:cNvPr id="86" name="Google Shape;86;p18"/>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18"/>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8"/>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9" name="Shape 89"/>
        <p:cNvGrpSpPr/>
        <p:nvPr/>
      </p:nvGrpSpPr>
      <p:grpSpPr>
        <a:xfrm>
          <a:off x="0" y="0"/>
          <a:ext cx="0" cy="0"/>
          <a:chOff x="0" y="0"/>
          <a:chExt cx="0" cy="0"/>
        </a:xfrm>
      </p:grpSpPr>
      <p:sp>
        <p:nvSpPr>
          <p:cNvPr id="90" name="Google Shape;90;p19"/>
          <p:cNvSpPr txBox="1"/>
          <p:nvPr>
            <p:ph type="title"/>
          </p:nvPr>
        </p:nvSpPr>
        <p:spPr>
          <a:xfrm>
            <a:off x="457200" y="205978"/>
            <a:ext cx="8229600" cy="857250"/>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9"/>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SzPts val="1800"/>
              <a:buNone/>
              <a:defRPr b="1" sz="1800"/>
            </a:lvl1pPr>
            <a:lvl2pPr indent="-228600" lvl="1" marL="914400" algn="l">
              <a:lnSpc>
                <a:spcPct val="100000"/>
              </a:lnSpc>
              <a:spcBef>
                <a:spcPts val="300"/>
              </a:spcBef>
              <a:spcAft>
                <a:spcPts val="0"/>
              </a:spcAft>
              <a:buSzPts val="1500"/>
              <a:buNone/>
              <a:defRPr b="1" sz="1500"/>
            </a:lvl2pPr>
            <a:lvl3pPr indent="-228600" lvl="2" marL="1371600" algn="l">
              <a:lnSpc>
                <a:spcPct val="100000"/>
              </a:lnSpc>
              <a:spcBef>
                <a:spcPts val="300"/>
              </a:spcBef>
              <a:spcAft>
                <a:spcPts val="0"/>
              </a:spcAft>
              <a:buSzPts val="1400"/>
              <a:buNone/>
              <a:defRPr b="1" sz="1400"/>
            </a:lvl3pPr>
            <a:lvl4pPr indent="-228600" lvl="3" marL="1828800" algn="l">
              <a:lnSpc>
                <a:spcPct val="100000"/>
              </a:lnSpc>
              <a:spcBef>
                <a:spcPts val="200"/>
              </a:spcBef>
              <a:spcAft>
                <a:spcPts val="0"/>
              </a:spcAft>
              <a:buSzPts val="1200"/>
              <a:buNone/>
              <a:defRPr b="1" sz="1200"/>
            </a:lvl4pPr>
            <a:lvl5pPr indent="-228600" lvl="4" marL="2286000" algn="l">
              <a:lnSpc>
                <a:spcPct val="100000"/>
              </a:lnSpc>
              <a:spcBef>
                <a:spcPts val="300"/>
              </a:spcBef>
              <a:spcAft>
                <a:spcPts val="0"/>
              </a:spcAft>
              <a:buSzPts val="1200"/>
              <a:buNone/>
              <a:defRPr b="1" sz="1200"/>
            </a:lvl5pPr>
            <a:lvl6pPr indent="-228600" lvl="5" marL="2743200" algn="l">
              <a:lnSpc>
                <a:spcPct val="100000"/>
              </a:lnSpc>
              <a:spcBef>
                <a:spcPts val="300"/>
              </a:spcBef>
              <a:spcAft>
                <a:spcPts val="0"/>
              </a:spcAft>
              <a:buSzPts val="1200"/>
              <a:buNone/>
              <a:defRPr b="1" sz="1200"/>
            </a:lvl6pPr>
            <a:lvl7pPr indent="-228600" lvl="6" marL="3200400" algn="l">
              <a:lnSpc>
                <a:spcPct val="100000"/>
              </a:lnSpc>
              <a:spcBef>
                <a:spcPts val="300"/>
              </a:spcBef>
              <a:spcAft>
                <a:spcPts val="0"/>
              </a:spcAft>
              <a:buSzPts val="1200"/>
              <a:buNone/>
              <a:defRPr b="1" sz="1200"/>
            </a:lvl7pPr>
            <a:lvl8pPr indent="-228600" lvl="7" marL="3657600" algn="l">
              <a:lnSpc>
                <a:spcPct val="100000"/>
              </a:lnSpc>
              <a:spcBef>
                <a:spcPts val="300"/>
              </a:spcBef>
              <a:spcAft>
                <a:spcPts val="0"/>
              </a:spcAft>
              <a:buSzPts val="1200"/>
              <a:buNone/>
              <a:defRPr b="1" sz="1200"/>
            </a:lvl8pPr>
            <a:lvl9pPr indent="-228600" lvl="8" marL="4114800" algn="l">
              <a:lnSpc>
                <a:spcPct val="100000"/>
              </a:lnSpc>
              <a:spcBef>
                <a:spcPts val="300"/>
              </a:spcBef>
              <a:spcAft>
                <a:spcPts val="0"/>
              </a:spcAft>
              <a:buSzPts val="1200"/>
              <a:buNone/>
              <a:defRPr b="1" sz="1200"/>
            </a:lvl9pPr>
          </a:lstStyle>
          <a:p/>
        </p:txBody>
      </p:sp>
      <p:sp>
        <p:nvSpPr>
          <p:cNvPr id="92" name="Google Shape;92;p19"/>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SzPts val="1800"/>
              <a:buChar char="□"/>
              <a:defRPr sz="1800"/>
            </a:lvl1pPr>
            <a:lvl2pPr indent="-323850" lvl="1" marL="914400" algn="l">
              <a:lnSpc>
                <a:spcPct val="100000"/>
              </a:lnSpc>
              <a:spcBef>
                <a:spcPts val="300"/>
              </a:spcBef>
              <a:spcAft>
                <a:spcPts val="0"/>
              </a:spcAft>
              <a:buSzPts val="1500"/>
              <a:buChar char="■"/>
              <a:defRPr sz="1500"/>
            </a:lvl2pPr>
            <a:lvl3pPr indent="-317500" lvl="2" marL="1371600" algn="l">
              <a:lnSpc>
                <a:spcPct val="100000"/>
              </a:lnSpc>
              <a:spcBef>
                <a:spcPts val="300"/>
              </a:spcBef>
              <a:spcAft>
                <a:spcPts val="0"/>
              </a:spcAft>
              <a:buSzPts val="1400"/>
              <a:buChar char="□"/>
              <a:defRPr sz="1400"/>
            </a:lvl3pPr>
            <a:lvl4pPr indent="-304800" lvl="3" marL="1828800" algn="l">
              <a:lnSpc>
                <a:spcPct val="100000"/>
              </a:lnSpc>
              <a:spcBef>
                <a:spcPts val="2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93" name="Google Shape;93;p19"/>
          <p:cNvSpPr txBox="1"/>
          <p:nvPr>
            <p:ph idx="3" type="body"/>
          </p:nvPr>
        </p:nvSpPr>
        <p:spPr>
          <a:xfrm>
            <a:off x="4645026"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SzPts val="1800"/>
              <a:buNone/>
              <a:defRPr b="1" sz="1800"/>
            </a:lvl1pPr>
            <a:lvl2pPr indent="-228600" lvl="1" marL="914400" algn="l">
              <a:lnSpc>
                <a:spcPct val="100000"/>
              </a:lnSpc>
              <a:spcBef>
                <a:spcPts val="300"/>
              </a:spcBef>
              <a:spcAft>
                <a:spcPts val="0"/>
              </a:spcAft>
              <a:buSzPts val="1500"/>
              <a:buNone/>
              <a:defRPr b="1" sz="1500"/>
            </a:lvl2pPr>
            <a:lvl3pPr indent="-228600" lvl="2" marL="1371600" algn="l">
              <a:lnSpc>
                <a:spcPct val="100000"/>
              </a:lnSpc>
              <a:spcBef>
                <a:spcPts val="300"/>
              </a:spcBef>
              <a:spcAft>
                <a:spcPts val="0"/>
              </a:spcAft>
              <a:buSzPts val="1400"/>
              <a:buNone/>
              <a:defRPr b="1" sz="1400"/>
            </a:lvl3pPr>
            <a:lvl4pPr indent="-228600" lvl="3" marL="1828800" algn="l">
              <a:lnSpc>
                <a:spcPct val="100000"/>
              </a:lnSpc>
              <a:spcBef>
                <a:spcPts val="200"/>
              </a:spcBef>
              <a:spcAft>
                <a:spcPts val="0"/>
              </a:spcAft>
              <a:buSzPts val="1200"/>
              <a:buNone/>
              <a:defRPr b="1" sz="1200"/>
            </a:lvl4pPr>
            <a:lvl5pPr indent="-228600" lvl="4" marL="2286000" algn="l">
              <a:lnSpc>
                <a:spcPct val="100000"/>
              </a:lnSpc>
              <a:spcBef>
                <a:spcPts val="300"/>
              </a:spcBef>
              <a:spcAft>
                <a:spcPts val="0"/>
              </a:spcAft>
              <a:buSzPts val="1200"/>
              <a:buNone/>
              <a:defRPr b="1" sz="1200"/>
            </a:lvl5pPr>
            <a:lvl6pPr indent="-228600" lvl="5" marL="2743200" algn="l">
              <a:lnSpc>
                <a:spcPct val="100000"/>
              </a:lnSpc>
              <a:spcBef>
                <a:spcPts val="300"/>
              </a:spcBef>
              <a:spcAft>
                <a:spcPts val="0"/>
              </a:spcAft>
              <a:buSzPts val="1200"/>
              <a:buNone/>
              <a:defRPr b="1" sz="1200"/>
            </a:lvl6pPr>
            <a:lvl7pPr indent="-228600" lvl="6" marL="3200400" algn="l">
              <a:lnSpc>
                <a:spcPct val="100000"/>
              </a:lnSpc>
              <a:spcBef>
                <a:spcPts val="300"/>
              </a:spcBef>
              <a:spcAft>
                <a:spcPts val="0"/>
              </a:spcAft>
              <a:buSzPts val="1200"/>
              <a:buNone/>
              <a:defRPr b="1" sz="1200"/>
            </a:lvl7pPr>
            <a:lvl8pPr indent="-228600" lvl="7" marL="3657600" algn="l">
              <a:lnSpc>
                <a:spcPct val="100000"/>
              </a:lnSpc>
              <a:spcBef>
                <a:spcPts val="300"/>
              </a:spcBef>
              <a:spcAft>
                <a:spcPts val="0"/>
              </a:spcAft>
              <a:buSzPts val="1200"/>
              <a:buNone/>
              <a:defRPr b="1" sz="1200"/>
            </a:lvl8pPr>
            <a:lvl9pPr indent="-228600" lvl="8" marL="4114800" algn="l">
              <a:lnSpc>
                <a:spcPct val="100000"/>
              </a:lnSpc>
              <a:spcBef>
                <a:spcPts val="300"/>
              </a:spcBef>
              <a:spcAft>
                <a:spcPts val="0"/>
              </a:spcAft>
              <a:buSzPts val="1200"/>
              <a:buNone/>
              <a:defRPr b="1" sz="1200"/>
            </a:lvl9pPr>
          </a:lstStyle>
          <a:p/>
        </p:txBody>
      </p:sp>
      <p:sp>
        <p:nvSpPr>
          <p:cNvPr id="94" name="Google Shape;94;p19"/>
          <p:cNvSpPr txBox="1"/>
          <p:nvPr>
            <p:ph idx="4" type="body"/>
          </p:nvPr>
        </p:nvSpPr>
        <p:spPr>
          <a:xfrm>
            <a:off x="4645026"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SzPts val="1800"/>
              <a:buChar char="□"/>
              <a:defRPr sz="1800"/>
            </a:lvl1pPr>
            <a:lvl2pPr indent="-323850" lvl="1" marL="914400" algn="l">
              <a:lnSpc>
                <a:spcPct val="100000"/>
              </a:lnSpc>
              <a:spcBef>
                <a:spcPts val="300"/>
              </a:spcBef>
              <a:spcAft>
                <a:spcPts val="0"/>
              </a:spcAft>
              <a:buSzPts val="1500"/>
              <a:buChar char="■"/>
              <a:defRPr sz="1500"/>
            </a:lvl2pPr>
            <a:lvl3pPr indent="-317500" lvl="2" marL="1371600" algn="l">
              <a:lnSpc>
                <a:spcPct val="100000"/>
              </a:lnSpc>
              <a:spcBef>
                <a:spcPts val="300"/>
              </a:spcBef>
              <a:spcAft>
                <a:spcPts val="0"/>
              </a:spcAft>
              <a:buSzPts val="1400"/>
              <a:buChar char="□"/>
              <a:defRPr sz="1400"/>
            </a:lvl3pPr>
            <a:lvl4pPr indent="-304800" lvl="3" marL="1828800" algn="l">
              <a:lnSpc>
                <a:spcPct val="100000"/>
              </a:lnSpc>
              <a:spcBef>
                <a:spcPts val="2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95" name="Google Shape;95;p19"/>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19"/>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19"/>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0"/>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20"/>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0"/>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 name="Shape 102"/>
        <p:cNvGrpSpPr/>
        <p:nvPr/>
      </p:nvGrpSpPr>
      <p:grpSpPr>
        <a:xfrm>
          <a:off x="0" y="0"/>
          <a:ext cx="0" cy="0"/>
          <a:chOff x="0" y="0"/>
          <a:chExt cx="0" cy="0"/>
        </a:xfrm>
      </p:grpSpPr>
      <p:sp>
        <p:nvSpPr>
          <p:cNvPr id="103" name="Google Shape;103;p21"/>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p:nvPr>
            <p:ph idx="1" type="body"/>
          </p:nvPr>
        </p:nvSpPr>
        <p:spPr>
          <a:xfrm>
            <a:off x="3575050" y="204788"/>
            <a:ext cx="5111750" cy="4389835"/>
          </a:xfrm>
          <a:prstGeom prst="rect">
            <a:avLst/>
          </a:prstGeom>
          <a:noFill/>
          <a:ln>
            <a:noFill/>
          </a:ln>
        </p:spPr>
        <p:txBody>
          <a:bodyPr anchorCtr="0" anchor="t" bIns="34275" lIns="68575" spcFirstLastPara="1" rIns="68575" wrap="square" tIns="34275">
            <a:noAutofit/>
          </a:bodyPr>
          <a:lstStyle>
            <a:lvl1pPr indent="-381000" lvl="0" marL="457200" algn="l">
              <a:lnSpc>
                <a:spcPct val="100000"/>
              </a:lnSpc>
              <a:spcBef>
                <a:spcPts val="500"/>
              </a:spcBef>
              <a:spcAft>
                <a:spcPts val="0"/>
              </a:spcAft>
              <a:buSzPts val="2400"/>
              <a:buChar char="□"/>
              <a:defRPr sz="2400"/>
            </a:lvl1pPr>
            <a:lvl2pPr indent="-361950" lvl="1" marL="914400" algn="l">
              <a:lnSpc>
                <a:spcPct val="100000"/>
              </a:lnSpc>
              <a:spcBef>
                <a:spcPts val="400"/>
              </a:spcBef>
              <a:spcAft>
                <a:spcPts val="0"/>
              </a:spcAft>
              <a:buSzPts val="2100"/>
              <a:buChar char="■"/>
              <a:defRPr sz="2100"/>
            </a:lvl2pPr>
            <a:lvl3pPr indent="-342900" lvl="2" marL="1371600" algn="l">
              <a:lnSpc>
                <a:spcPct val="100000"/>
              </a:lnSpc>
              <a:spcBef>
                <a:spcPts val="400"/>
              </a:spcBef>
              <a:spcAft>
                <a:spcPts val="0"/>
              </a:spcAft>
              <a:buSzPts val="1800"/>
              <a:buChar char="□"/>
              <a:defRPr sz="1800"/>
            </a:lvl3pPr>
            <a:lvl4pPr indent="-323850" lvl="3" marL="1828800" algn="l">
              <a:lnSpc>
                <a:spcPct val="100000"/>
              </a:lnSpc>
              <a:spcBef>
                <a:spcPts val="300"/>
              </a:spcBef>
              <a:spcAft>
                <a:spcPts val="0"/>
              </a:spcAft>
              <a:buSzPts val="1500"/>
              <a:buChar char="■"/>
              <a:defRPr sz="1500"/>
            </a:lvl4pPr>
            <a:lvl5pPr indent="-323850" lvl="4" marL="2286000" algn="l">
              <a:lnSpc>
                <a:spcPct val="100000"/>
              </a:lnSpc>
              <a:spcBef>
                <a:spcPts val="400"/>
              </a:spcBef>
              <a:spcAft>
                <a:spcPts val="0"/>
              </a:spcAft>
              <a:buSzPts val="1500"/>
              <a:buChar char="▪"/>
              <a:defRPr sz="1500"/>
            </a:lvl5pPr>
            <a:lvl6pPr indent="-323850" lvl="5" marL="2743200" algn="l">
              <a:lnSpc>
                <a:spcPct val="100000"/>
              </a:lnSpc>
              <a:spcBef>
                <a:spcPts val="400"/>
              </a:spcBef>
              <a:spcAft>
                <a:spcPts val="0"/>
              </a:spcAft>
              <a:buSzPts val="1500"/>
              <a:buChar char="▪"/>
              <a:defRPr sz="1500"/>
            </a:lvl6pPr>
            <a:lvl7pPr indent="-323850" lvl="6" marL="3200400" algn="l">
              <a:lnSpc>
                <a:spcPct val="100000"/>
              </a:lnSpc>
              <a:spcBef>
                <a:spcPts val="400"/>
              </a:spcBef>
              <a:spcAft>
                <a:spcPts val="0"/>
              </a:spcAft>
              <a:buSzPts val="1500"/>
              <a:buChar char="▪"/>
              <a:defRPr sz="1500"/>
            </a:lvl7pPr>
            <a:lvl8pPr indent="-323850" lvl="7" marL="3657600" algn="l">
              <a:lnSpc>
                <a:spcPct val="100000"/>
              </a:lnSpc>
              <a:spcBef>
                <a:spcPts val="400"/>
              </a:spcBef>
              <a:spcAft>
                <a:spcPts val="0"/>
              </a:spcAft>
              <a:buSzPts val="1500"/>
              <a:buChar char="▪"/>
              <a:defRPr sz="1500"/>
            </a:lvl8pPr>
            <a:lvl9pPr indent="-323850" lvl="8" marL="4114800" algn="l">
              <a:lnSpc>
                <a:spcPct val="100000"/>
              </a:lnSpc>
              <a:spcBef>
                <a:spcPts val="400"/>
              </a:spcBef>
              <a:spcAft>
                <a:spcPts val="0"/>
              </a:spcAft>
              <a:buSzPts val="1500"/>
              <a:buChar char="▪"/>
              <a:defRPr sz="1500"/>
            </a:lvl9pPr>
          </a:lstStyle>
          <a:p/>
        </p:txBody>
      </p:sp>
      <p:sp>
        <p:nvSpPr>
          <p:cNvPr id="105" name="Google Shape;105;p21"/>
          <p:cNvSpPr txBox="1"/>
          <p:nvPr>
            <p:ph idx="2" type="body"/>
          </p:nvPr>
        </p:nvSpPr>
        <p:spPr>
          <a:xfrm>
            <a:off x="457201" y="1076326"/>
            <a:ext cx="3008313" cy="351829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SzPts val="1100"/>
              <a:buNone/>
              <a:defRPr sz="1100"/>
            </a:lvl1pPr>
            <a:lvl2pPr indent="-228600" lvl="1" marL="914400" algn="l">
              <a:lnSpc>
                <a:spcPct val="100000"/>
              </a:lnSpc>
              <a:spcBef>
                <a:spcPts val="200"/>
              </a:spcBef>
              <a:spcAft>
                <a:spcPts val="0"/>
              </a:spcAft>
              <a:buSzPts val="900"/>
              <a:buNone/>
              <a:defRPr sz="900"/>
            </a:lvl2pPr>
            <a:lvl3pPr indent="-228600" lvl="2" marL="1371600" algn="l">
              <a:lnSpc>
                <a:spcPct val="100000"/>
              </a:lnSpc>
              <a:spcBef>
                <a:spcPts val="200"/>
              </a:spcBef>
              <a:spcAft>
                <a:spcPts val="0"/>
              </a:spcAft>
              <a:buSzPts val="800"/>
              <a:buNone/>
              <a:defRPr sz="800"/>
            </a:lvl3pPr>
            <a:lvl4pPr indent="-228600" lvl="3" marL="1828800" algn="l">
              <a:lnSpc>
                <a:spcPct val="100000"/>
              </a:lnSpc>
              <a:spcBef>
                <a:spcPts val="100"/>
              </a:spcBef>
              <a:spcAft>
                <a:spcPts val="0"/>
              </a:spcAft>
              <a:buSzPts val="700"/>
              <a:buNone/>
              <a:defRPr sz="700"/>
            </a:lvl4pPr>
            <a:lvl5pPr indent="-228600" lvl="4" marL="2286000" algn="l">
              <a:lnSpc>
                <a:spcPct val="100000"/>
              </a:lnSpc>
              <a:spcBef>
                <a:spcPts val="200"/>
              </a:spcBef>
              <a:spcAft>
                <a:spcPts val="0"/>
              </a:spcAft>
              <a:buSzPts val="700"/>
              <a:buNone/>
              <a:defRPr sz="700"/>
            </a:lvl5pPr>
            <a:lvl6pPr indent="-228600" lvl="5" marL="2743200" algn="l">
              <a:lnSpc>
                <a:spcPct val="100000"/>
              </a:lnSpc>
              <a:spcBef>
                <a:spcPts val="200"/>
              </a:spcBef>
              <a:spcAft>
                <a:spcPts val="0"/>
              </a:spcAft>
              <a:buSzPts val="700"/>
              <a:buNone/>
              <a:defRPr sz="700"/>
            </a:lvl6pPr>
            <a:lvl7pPr indent="-228600" lvl="6" marL="3200400" algn="l">
              <a:lnSpc>
                <a:spcPct val="100000"/>
              </a:lnSpc>
              <a:spcBef>
                <a:spcPts val="200"/>
              </a:spcBef>
              <a:spcAft>
                <a:spcPts val="0"/>
              </a:spcAft>
              <a:buSzPts val="700"/>
              <a:buNone/>
              <a:defRPr sz="700"/>
            </a:lvl7pPr>
            <a:lvl8pPr indent="-228600" lvl="7" marL="3657600" algn="l">
              <a:lnSpc>
                <a:spcPct val="100000"/>
              </a:lnSpc>
              <a:spcBef>
                <a:spcPts val="200"/>
              </a:spcBef>
              <a:spcAft>
                <a:spcPts val="0"/>
              </a:spcAft>
              <a:buSzPts val="700"/>
              <a:buNone/>
              <a:defRPr sz="700"/>
            </a:lvl8pPr>
            <a:lvl9pPr indent="-228600" lvl="8" marL="4114800" algn="l">
              <a:lnSpc>
                <a:spcPct val="100000"/>
              </a:lnSpc>
              <a:spcBef>
                <a:spcPts val="200"/>
              </a:spcBef>
              <a:spcAft>
                <a:spcPts val="0"/>
              </a:spcAft>
              <a:buSzPts val="700"/>
              <a:buNone/>
              <a:defRPr sz="700"/>
            </a:lvl9pPr>
          </a:lstStyle>
          <a:p/>
        </p:txBody>
      </p:sp>
      <p:sp>
        <p:nvSpPr>
          <p:cNvPr id="106" name="Google Shape;106;p21"/>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7" name="Google Shape;107;p21"/>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1"/>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 name="Shape 109"/>
        <p:cNvGrpSpPr/>
        <p:nvPr/>
      </p:nvGrpSpPr>
      <p:grpSpPr>
        <a:xfrm>
          <a:off x="0" y="0"/>
          <a:ext cx="0" cy="0"/>
          <a:chOff x="0" y="0"/>
          <a:chExt cx="0" cy="0"/>
        </a:xfrm>
      </p:grpSpPr>
      <p:sp>
        <p:nvSpPr>
          <p:cNvPr id="110" name="Google Shape;110;p22"/>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p:nvPr>
            <p:ph idx="2" type="pic"/>
          </p:nvPr>
        </p:nvSpPr>
        <p:spPr>
          <a:xfrm>
            <a:off x="1792288" y="459581"/>
            <a:ext cx="5486400" cy="3086100"/>
          </a:xfrm>
          <a:prstGeom prst="rect">
            <a:avLst/>
          </a:prstGeom>
          <a:noFill/>
          <a:ln>
            <a:noFill/>
          </a:ln>
        </p:spPr>
      </p:sp>
      <p:sp>
        <p:nvSpPr>
          <p:cNvPr id="112" name="Google Shape;112;p22"/>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SzPts val="1100"/>
              <a:buNone/>
              <a:defRPr sz="1100"/>
            </a:lvl1pPr>
            <a:lvl2pPr indent="-228600" lvl="1" marL="914400" algn="l">
              <a:lnSpc>
                <a:spcPct val="100000"/>
              </a:lnSpc>
              <a:spcBef>
                <a:spcPts val="200"/>
              </a:spcBef>
              <a:spcAft>
                <a:spcPts val="0"/>
              </a:spcAft>
              <a:buSzPts val="900"/>
              <a:buNone/>
              <a:defRPr sz="900"/>
            </a:lvl2pPr>
            <a:lvl3pPr indent="-228600" lvl="2" marL="1371600" algn="l">
              <a:lnSpc>
                <a:spcPct val="100000"/>
              </a:lnSpc>
              <a:spcBef>
                <a:spcPts val="200"/>
              </a:spcBef>
              <a:spcAft>
                <a:spcPts val="0"/>
              </a:spcAft>
              <a:buSzPts val="800"/>
              <a:buNone/>
              <a:defRPr sz="800"/>
            </a:lvl3pPr>
            <a:lvl4pPr indent="-228600" lvl="3" marL="1828800" algn="l">
              <a:lnSpc>
                <a:spcPct val="100000"/>
              </a:lnSpc>
              <a:spcBef>
                <a:spcPts val="100"/>
              </a:spcBef>
              <a:spcAft>
                <a:spcPts val="0"/>
              </a:spcAft>
              <a:buSzPts val="700"/>
              <a:buNone/>
              <a:defRPr sz="700"/>
            </a:lvl4pPr>
            <a:lvl5pPr indent="-228600" lvl="4" marL="2286000" algn="l">
              <a:lnSpc>
                <a:spcPct val="100000"/>
              </a:lnSpc>
              <a:spcBef>
                <a:spcPts val="200"/>
              </a:spcBef>
              <a:spcAft>
                <a:spcPts val="0"/>
              </a:spcAft>
              <a:buSzPts val="700"/>
              <a:buNone/>
              <a:defRPr sz="700"/>
            </a:lvl5pPr>
            <a:lvl6pPr indent="-228600" lvl="5" marL="2743200" algn="l">
              <a:lnSpc>
                <a:spcPct val="100000"/>
              </a:lnSpc>
              <a:spcBef>
                <a:spcPts val="200"/>
              </a:spcBef>
              <a:spcAft>
                <a:spcPts val="0"/>
              </a:spcAft>
              <a:buSzPts val="700"/>
              <a:buNone/>
              <a:defRPr sz="700"/>
            </a:lvl6pPr>
            <a:lvl7pPr indent="-228600" lvl="6" marL="3200400" algn="l">
              <a:lnSpc>
                <a:spcPct val="100000"/>
              </a:lnSpc>
              <a:spcBef>
                <a:spcPts val="200"/>
              </a:spcBef>
              <a:spcAft>
                <a:spcPts val="0"/>
              </a:spcAft>
              <a:buSzPts val="700"/>
              <a:buNone/>
              <a:defRPr sz="700"/>
            </a:lvl7pPr>
            <a:lvl8pPr indent="-228600" lvl="7" marL="3657600" algn="l">
              <a:lnSpc>
                <a:spcPct val="100000"/>
              </a:lnSpc>
              <a:spcBef>
                <a:spcPts val="200"/>
              </a:spcBef>
              <a:spcAft>
                <a:spcPts val="0"/>
              </a:spcAft>
              <a:buSzPts val="700"/>
              <a:buNone/>
              <a:defRPr sz="700"/>
            </a:lvl8pPr>
            <a:lvl9pPr indent="-228600" lvl="8" marL="4114800" algn="l">
              <a:lnSpc>
                <a:spcPct val="100000"/>
              </a:lnSpc>
              <a:spcBef>
                <a:spcPts val="200"/>
              </a:spcBef>
              <a:spcAft>
                <a:spcPts val="0"/>
              </a:spcAft>
              <a:buSzPts val="700"/>
              <a:buNone/>
              <a:defRPr sz="700"/>
            </a:lvl9pPr>
          </a:lstStyle>
          <a:p/>
        </p:txBody>
      </p:sp>
      <p:sp>
        <p:nvSpPr>
          <p:cNvPr id="113" name="Google Shape;113;p22"/>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p22"/>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2"/>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6" name="Shape 116"/>
        <p:cNvGrpSpPr/>
        <p:nvPr/>
      </p:nvGrpSpPr>
      <p:grpSpPr>
        <a:xfrm>
          <a:off x="0" y="0"/>
          <a:ext cx="0" cy="0"/>
          <a:chOff x="0" y="0"/>
          <a:chExt cx="0" cy="0"/>
        </a:xfrm>
      </p:grpSpPr>
      <p:sp>
        <p:nvSpPr>
          <p:cNvPr id="117" name="Google Shape;117;p23"/>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txBox="1"/>
          <p:nvPr>
            <p:ph idx="1" type="body"/>
          </p:nvPr>
        </p:nvSpPr>
        <p:spPr>
          <a:xfrm rot="5400000">
            <a:off x="2967038" y="-1085850"/>
            <a:ext cx="3200400" cy="80010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SzPts val="1400"/>
              <a:buChar char="□"/>
              <a:defRPr/>
            </a:lvl1pPr>
            <a:lvl2pPr indent="-317500" lvl="1" marL="914400" algn="l">
              <a:lnSpc>
                <a:spcPct val="100000"/>
              </a:lnSpc>
              <a:spcBef>
                <a:spcPts val="300"/>
              </a:spcBef>
              <a:spcAft>
                <a:spcPts val="0"/>
              </a:spcAft>
              <a:buSzPts val="1400"/>
              <a:buChar char="■"/>
              <a:defRPr/>
            </a:lvl2pPr>
            <a:lvl3pPr indent="-317500" lvl="2" marL="1371600" algn="l">
              <a:lnSpc>
                <a:spcPct val="100000"/>
              </a:lnSpc>
              <a:spcBef>
                <a:spcPts val="300"/>
              </a:spcBef>
              <a:spcAft>
                <a:spcPts val="0"/>
              </a:spcAft>
              <a:buSzPts val="1400"/>
              <a:buChar char="□"/>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119" name="Google Shape;119;p23"/>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23"/>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3"/>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2" name="Shape 122"/>
        <p:cNvGrpSpPr/>
        <p:nvPr/>
      </p:nvGrpSpPr>
      <p:grpSpPr>
        <a:xfrm>
          <a:off x="0" y="0"/>
          <a:ext cx="0" cy="0"/>
          <a:chOff x="0" y="0"/>
          <a:chExt cx="0" cy="0"/>
        </a:xfrm>
      </p:grpSpPr>
      <p:sp>
        <p:nvSpPr>
          <p:cNvPr id="123" name="Google Shape;123;p24"/>
          <p:cNvSpPr txBox="1"/>
          <p:nvPr>
            <p:ph type="title"/>
          </p:nvPr>
        </p:nvSpPr>
        <p:spPr>
          <a:xfrm rot="5400000">
            <a:off x="5431632" y="1370807"/>
            <a:ext cx="4286250" cy="2001837"/>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 type="body"/>
          </p:nvPr>
        </p:nvSpPr>
        <p:spPr>
          <a:xfrm rot="5400000">
            <a:off x="1350963" y="-555625"/>
            <a:ext cx="4286250" cy="58547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SzPts val="1400"/>
              <a:buChar char="□"/>
              <a:defRPr/>
            </a:lvl1pPr>
            <a:lvl2pPr indent="-317500" lvl="1" marL="914400" algn="l">
              <a:lnSpc>
                <a:spcPct val="100000"/>
              </a:lnSpc>
              <a:spcBef>
                <a:spcPts val="300"/>
              </a:spcBef>
              <a:spcAft>
                <a:spcPts val="0"/>
              </a:spcAft>
              <a:buSzPts val="1400"/>
              <a:buChar char="■"/>
              <a:defRPr/>
            </a:lvl2pPr>
            <a:lvl3pPr indent="-317500" lvl="2" marL="1371600" algn="l">
              <a:lnSpc>
                <a:spcPct val="100000"/>
              </a:lnSpc>
              <a:spcBef>
                <a:spcPts val="300"/>
              </a:spcBef>
              <a:spcAft>
                <a:spcPts val="0"/>
              </a:spcAft>
              <a:buSzPts val="1400"/>
              <a:buChar char="□"/>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125" name="Google Shape;125;p24"/>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24"/>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24"/>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9pPr>
          </a:lstStyle>
          <a:p/>
        </p:txBody>
      </p:sp>
      <p:sp>
        <p:nvSpPr>
          <p:cNvPr id="52" name="Google Shape;52;p13"/>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lvl1pPr indent="-374650" lvl="0" marL="457200" marR="0" rtl="0" algn="l">
              <a:lnSpc>
                <a:spcPct val="100000"/>
              </a:lnSpc>
              <a:spcBef>
                <a:spcPts val="500"/>
              </a:spcBef>
              <a:spcAft>
                <a:spcPts val="0"/>
              </a:spcAft>
              <a:buClr>
                <a:schemeClr val="accent2"/>
              </a:buClr>
              <a:buSzPts val="2300"/>
              <a:buFont typeface="Noto Sans Symbols"/>
              <a:buChar char="□"/>
              <a:defRPr b="0" i="0" sz="23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Verdana"/>
                <a:ea typeface="Verdana"/>
                <a:cs typeface="Verdana"/>
                <a:sym typeface="Verdana"/>
              </a:defRPr>
            </a:lvl2pPr>
            <a:lvl3pPr indent="-336550" lvl="2" marL="1371600" marR="0" rtl="0" algn="l">
              <a:lnSpc>
                <a:spcPct val="100000"/>
              </a:lnSpc>
              <a:spcBef>
                <a:spcPts val="300"/>
              </a:spcBef>
              <a:spcAft>
                <a:spcPts val="0"/>
              </a:spcAft>
              <a:buClr>
                <a:schemeClr val="accent2"/>
              </a:buClr>
              <a:buSzPts val="1700"/>
              <a:buFont typeface="Noto Sans Symbols"/>
              <a:buChar char="□"/>
              <a:defRPr b="0" i="0" sz="1700" u="none" cap="none" strike="noStrike">
                <a:solidFill>
                  <a:schemeClr val="dk1"/>
                </a:solidFill>
                <a:latin typeface="Verdana"/>
                <a:ea typeface="Verdana"/>
                <a:cs typeface="Verdana"/>
                <a:sym typeface="Verdana"/>
              </a:defRPr>
            </a:lvl3pPr>
            <a:lvl4pPr indent="-323850" lvl="3" marL="1828800" marR="0" rtl="0" algn="l">
              <a:lnSpc>
                <a:spcPct val="100000"/>
              </a:lnSpc>
              <a:spcBef>
                <a:spcPts val="3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4pPr>
            <a:lvl5pPr indent="-323850" lvl="4" marL="22860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5pPr>
            <a:lvl6pPr indent="-323850" lvl="5" marL="27432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6pPr>
            <a:lvl7pPr indent="-323850" lvl="6" marL="32004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7pPr>
            <a:lvl8pPr indent="-323850" lvl="7" marL="36576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8pPr>
            <a:lvl9pPr indent="-323850" lvl="8" marL="41148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9pPr>
          </a:lstStyle>
          <a:p/>
        </p:txBody>
      </p:sp>
      <p:sp>
        <p:nvSpPr>
          <p:cNvPr id="53" name="Google Shape;53;p13"/>
          <p:cNvSpPr/>
          <p:nvPr/>
        </p:nvSpPr>
        <p:spPr>
          <a:xfrm>
            <a:off x="609600" y="1175148"/>
            <a:ext cx="7958138" cy="82153"/>
          </a:xfrm>
          <a:custGeom>
            <a:rect b="b" l="l" r="r" t="t"/>
            <a:pathLst>
              <a:path extrusionOk="0" h="1000" w="1000">
                <a:moveTo>
                  <a:pt x="0" y="0"/>
                </a:moveTo>
                <a:lnTo>
                  <a:pt x="585" y="0"/>
                </a:lnTo>
                <a:lnTo>
                  <a:pt x="585" y="1000"/>
                </a:lnTo>
                <a:lnTo>
                  <a:pt x="0" y="1000"/>
                </a:lnTo>
                <a:lnTo>
                  <a:pt x="0" y="0"/>
                </a:lnTo>
                <a:close/>
              </a:path>
              <a:path extrusionOk="0" h="1000" w="1000">
                <a:moveTo>
                  <a:pt x="0" y="0"/>
                </a:moveTo>
                <a:lnTo>
                  <a:pt x="1000" y="0"/>
                </a:lnTo>
              </a:path>
            </a:pathLst>
          </a:custGeom>
          <a:solidFill>
            <a:schemeClr val="accent2"/>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Verdana"/>
              <a:ea typeface="Verdana"/>
              <a:cs typeface="Verdana"/>
              <a:sym typeface="Verdana"/>
            </a:endParaRPr>
          </a:p>
        </p:txBody>
      </p:sp>
      <p:cxnSp>
        <p:nvCxnSpPr>
          <p:cNvPr id="54" name="Google Shape;54;p13"/>
          <p:cNvCxnSpPr/>
          <p:nvPr/>
        </p:nvCxnSpPr>
        <p:spPr>
          <a:xfrm>
            <a:off x="609600" y="4629150"/>
            <a:ext cx="7924800" cy="0"/>
          </a:xfrm>
          <a:prstGeom prst="straightConnector1">
            <a:avLst/>
          </a:prstGeom>
          <a:noFill/>
          <a:ln cap="flat" cmpd="sng" w="9525">
            <a:solidFill>
              <a:schemeClr val="accent2"/>
            </a:solidFill>
            <a:prstDash val="solid"/>
            <a:round/>
            <a:headEnd len="sm" w="sm" type="none"/>
            <a:tailEnd len="sm" w="sm" type="none"/>
          </a:ln>
        </p:spPr>
      </p:cxnSp>
      <p:sp>
        <p:nvSpPr>
          <p:cNvPr id="55" name="Google Shape;55;p13"/>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9pPr>
          </a:lstStyle>
          <a:p/>
        </p:txBody>
      </p:sp>
      <p:sp>
        <p:nvSpPr>
          <p:cNvPr id="56" name="Google Shape;56;p13"/>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9pPr>
          </a:lstStyle>
          <a:p/>
        </p:txBody>
      </p:sp>
      <p:sp>
        <p:nvSpPr>
          <p:cNvPr id="57" name="Google Shape;57;p13"/>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31" name="Shape 131"/>
        <p:cNvGrpSpPr/>
        <p:nvPr/>
      </p:nvGrpSpPr>
      <p:grpSpPr>
        <a:xfrm>
          <a:off x="0" y="0"/>
          <a:ext cx="0" cy="0"/>
          <a:chOff x="0" y="0"/>
          <a:chExt cx="0" cy="0"/>
        </a:xfrm>
      </p:grpSpPr>
      <p:sp>
        <p:nvSpPr>
          <p:cNvPr id="132" name="Google Shape;132;p25"/>
          <p:cNvSpPr txBox="1"/>
          <p:nvPr/>
        </p:nvSpPr>
        <p:spPr>
          <a:xfrm>
            <a:off x="592284" y="1897964"/>
            <a:ext cx="7886700" cy="994172"/>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dk1"/>
              </a:buClr>
              <a:buSzPts val="3000"/>
              <a:buFont typeface="Verdana"/>
              <a:buNone/>
            </a:pPr>
            <a:r>
              <a:rPr b="0" i="0" lang="en-GB" sz="3000" u="none" cap="none" strike="noStrike">
                <a:solidFill>
                  <a:schemeClr val="dk1"/>
                </a:solidFill>
                <a:latin typeface="Verdana"/>
                <a:ea typeface="Verdana"/>
                <a:cs typeface="Verdana"/>
                <a:sym typeface="Verdana"/>
              </a:rPr>
              <a:t>DB Fusion: Multi-DB Connector using AI</a:t>
            </a:r>
            <a:endParaRPr b="1" i="0" sz="3000" u="none" cap="none" strike="noStrike">
              <a:solidFill>
                <a:srgbClr val="7030A0"/>
              </a:solidFill>
              <a:latin typeface="Verdana"/>
              <a:ea typeface="Verdana"/>
              <a:cs typeface="Verdana"/>
              <a:sym typeface="Verdana"/>
            </a:endParaRPr>
          </a:p>
        </p:txBody>
      </p:sp>
      <p:sp>
        <p:nvSpPr>
          <p:cNvPr id="133" name="Google Shape;133;p25"/>
          <p:cNvSpPr txBox="1"/>
          <p:nvPr/>
        </p:nvSpPr>
        <p:spPr>
          <a:xfrm>
            <a:off x="722176" y="3887925"/>
            <a:ext cx="2809350" cy="62325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FF0000"/>
              </a:buClr>
              <a:buSzPts val="1800"/>
              <a:buFont typeface="Noto Sans Symbols"/>
              <a:buNone/>
            </a:pPr>
            <a:r>
              <a:rPr b="1" i="0" lang="en-GB" sz="1800" u="none" cap="none" strike="noStrike">
                <a:solidFill>
                  <a:srgbClr val="FF0000"/>
                </a:solidFill>
                <a:latin typeface="Times New Roman"/>
                <a:ea typeface="Times New Roman"/>
                <a:cs typeface="Times New Roman"/>
                <a:sym typeface="Times New Roman"/>
              </a:rPr>
              <a:t> Mr.A.Aswin Jeba Mahir</a:t>
            </a:r>
            <a:br>
              <a:rPr b="1" i="0" lang="en-GB" sz="1800" u="none" cap="none" strike="noStrike">
                <a:solidFill>
                  <a:srgbClr val="FF0000"/>
                </a:solidFill>
                <a:latin typeface="Times New Roman"/>
                <a:ea typeface="Times New Roman"/>
                <a:cs typeface="Times New Roman"/>
                <a:sym typeface="Times New Roman"/>
              </a:rPr>
            </a:br>
            <a:r>
              <a:rPr b="1" i="0" lang="en-GB" sz="1800" u="none" cap="none" strike="noStrike">
                <a:solidFill>
                  <a:srgbClr val="FF0000"/>
                </a:solidFill>
                <a:latin typeface="Times New Roman"/>
                <a:ea typeface="Times New Roman"/>
                <a:cs typeface="Times New Roman"/>
                <a:sym typeface="Times New Roman"/>
              </a:rPr>
              <a:t>Assistant Professor</a:t>
            </a:r>
            <a:endParaRPr b="0" i="0" sz="1100" u="none" cap="none" strike="noStrike">
              <a:solidFill>
                <a:srgbClr val="000000"/>
              </a:solidFill>
              <a:latin typeface="Times New Roman"/>
              <a:ea typeface="Times New Roman"/>
              <a:cs typeface="Times New Roman"/>
              <a:sym typeface="Times New Roman"/>
            </a:endParaRPr>
          </a:p>
        </p:txBody>
      </p:sp>
      <p:sp>
        <p:nvSpPr>
          <p:cNvPr id="134" name="Google Shape;134;p25"/>
          <p:cNvSpPr txBox="1"/>
          <p:nvPr/>
        </p:nvSpPr>
        <p:spPr>
          <a:xfrm>
            <a:off x="6018245" y="3887927"/>
            <a:ext cx="3233056" cy="900247"/>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FF0000"/>
              </a:buClr>
              <a:buSzPts val="1800"/>
              <a:buFont typeface="Noto Sans Symbols"/>
              <a:buNone/>
            </a:pPr>
            <a:r>
              <a:rPr b="1" i="0" lang="en-GB" sz="1800" u="none" cap="none" strike="noStrike">
                <a:solidFill>
                  <a:srgbClr val="FF0000"/>
                </a:solidFill>
                <a:latin typeface="Times New Roman"/>
                <a:ea typeface="Times New Roman"/>
                <a:cs typeface="Times New Roman"/>
                <a:sym typeface="Times New Roman"/>
              </a:rPr>
              <a:t>Akshaya M (221801002)</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None/>
            </a:pPr>
            <a:r>
              <a:rPr b="1" i="0" lang="en-GB" sz="1800" u="none" cap="none" strike="noStrike">
                <a:solidFill>
                  <a:srgbClr val="FF0000"/>
                </a:solidFill>
                <a:latin typeface="Times New Roman"/>
                <a:ea typeface="Times New Roman"/>
                <a:cs typeface="Times New Roman"/>
                <a:sym typeface="Times New Roman"/>
              </a:rPr>
              <a:t>Bharath Kumar S(221801006)</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None/>
            </a:pPr>
            <a:r>
              <a:rPr b="1" i="0" lang="en-GB" sz="1800" u="none" cap="none" strike="noStrike">
                <a:solidFill>
                  <a:srgbClr val="FF0000"/>
                </a:solidFill>
                <a:latin typeface="Times New Roman"/>
                <a:ea typeface="Times New Roman"/>
                <a:cs typeface="Times New Roman"/>
                <a:sym typeface="Times New Roman"/>
              </a:rPr>
              <a:t>Deepak S(221801008)</a:t>
            </a:r>
            <a:endParaRPr b="0" i="0" sz="1100" u="none" cap="none" strike="noStrike">
              <a:solidFill>
                <a:srgbClr val="000000"/>
              </a:solidFill>
              <a:latin typeface="Arial"/>
              <a:ea typeface="Arial"/>
              <a:cs typeface="Arial"/>
              <a:sym typeface="Arial"/>
            </a:endParaRPr>
          </a:p>
        </p:txBody>
      </p:sp>
      <p:sp>
        <p:nvSpPr>
          <p:cNvPr id="135" name="Google Shape;135;p25"/>
          <p:cNvSpPr txBox="1"/>
          <p:nvPr/>
        </p:nvSpPr>
        <p:spPr>
          <a:xfrm>
            <a:off x="531668" y="909853"/>
            <a:ext cx="7886700" cy="541843"/>
          </a:xfrm>
          <a:prstGeom prst="rect">
            <a:avLst/>
          </a:prstGeom>
          <a:noFill/>
          <a:ln>
            <a:noFill/>
          </a:ln>
        </p:spPr>
        <p:txBody>
          <a:bodyPr anchorCtr="0" anchor="ctr" bIns="34275" lIns="68575" spcFirstLastPara="1" rIns="68575" wrap="square" tIns="34275">
            <a:normAutofit fontScale="92500"/>
          </a:bodyPr>
          <a:lstStyle/>
          <a:p>
            <a:pPr indent="0" lvl="0" marL="0" marR="0" rtl="0" algn="ctr">
              <a:lnSpc>
                <a:spcPct val="90000"/>
              </a:lnSpc>
              <a:spcBef>
                <a:spcPts val="0"/>
              </a:spcBef>
              <a:spcAft>
                <a:spcPts val="0"/>
              </a:spcAft>
              <a:buClr>
                <a:srgbClr val="002060"/>
              </a:buClr>
              <a:buSzPct val="100000"/>
              <a:buFont typeface="Verdana"/>
              <a:buNone/>
            </a:pPr>
            <a:r>
              <a:rPr b="1" i="0" lang="en-GB" sz="2100" u="none" cap="none" strike="noStrike">
                <a:solidFill>
                  <a:srgbClr val="002060"/>
                </a:solidFill>
                <a:latin typeface="Verdana"/>
                <a:ea typeface="Verdana"/>
                <a:cs typeface="Verdana"/>
                <a:sym typeface="Verdana"/>
              </a:rPr>
              <a:t>Department of Artificial Intelligence and Data Science </a:t>
            </a:r>
            <a:endParaRPr b="0" i="0" sz="1100" u="none" cap="none" strike="noStrike">
              <a:solidFill>
                <a:srgbClr val="000000"/>
              </a:solidFill>
              <a:latin typeface="Arial"/>
              <a:ea typeface="Arial"/>
              <a:cs typeface="Arial"/>
              <a:sym typeface="Arial"/>
            </a:endParaRPr>
          </a:p>
        </p:txBody>
      </p:sp>
      <p:pic>
        <p:nvPicPr>
          <p:cNvPr id="136" name="Google Shape;136;p25"/>
          <p:cNvPicPr preferRelativeResize="0"/>
          <p:nvPr/>
        </p:nvPicPr>
        <p:blipFill rotWithShape="1">
          <a:blip r:embed="rId4">
            <a:alphaModFix/>
          </a:blip>
          <a:srcRect b="0" l="0" r="0" t="0"/>
          <a:stretch/>
        </p:blipFill>
        <p:spPr>
          <a:xfrm>
            <a:off x="113824" y="111919"/>
            <a:ext cx="2076926" cy="790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40" name="Shape 140"/>
        <p:cNvGrpSpPr/>
        <p:nvPr/>
      </p:nvGrpSpPr>
      <p:grpSpPr>
        <a:xfrm>
          <a:off x="0" y="0"/>
          <a:ext cx="0" cy="0"/>
          <a:chOff x="0" y="0"/>
          <a:chExt cx="0" cy="0"/>
        </a:xfrm>
      </p:grpSpPr>
      <p:sp>
        <p:nvSpPr>
          <p:cNvPr id="141" name="Google Shape;141;p26"/>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400">
                <a:solidFill>
                  <a:srgbClr val="FF0000"/>
                </a:solidFill>
              </a:rPr>
              <a:t>Problem Statement and Motivation</a:t>
            </a:r>
            <a:endParaRPr sz="2100"/>
          </a:p>
        </p:txBody>
      </p:sp>
      <p:sp>
        <p:nvSpPr>
          <p:cNvPr id="142" name="Google Shape;142;p26"/>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342900" lvl="0" marL="457200" rtl="0" algn="just">
              <a:lnSpc>
                <a:spcPct val="115000"/>
              </a:lnSpc>
              <a:spcBef>
                <a:spcPts val="900"/>
              </a:spcBef>
              <a:spcAft>
                <a:spcPts val="0"/>
              </a:spcAft>
              <a:buClr>
                <a:schemeClr val="dk1"/>
              </a:buClr>
              <a:buSzPts val="1800"/>
              <a:buFont typeface="Times New Roman"/>
              <a:buChar char="●"/>
            </a:pPr>
            <a:r>
              <a:rPr lang="en-GB" sz="1800">
                <a:latin typeface="Times New Roman"/>
                <a:ea typeface="Times New Roman"/>
                <a:cs typeface="Times New Roman"/>
                <a:sym typeface="Times New Roman"/>
              </a:rPr>
              <a:t>Developers, analysts, naive and even sophisticated DBMS users face challenges with diverse databases like MySQL and NoSQL due to inconsistent connections and cross-language integration issues. </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GB" sz="1800">
                <a:latin typeface="Times New Roman"/>
                <a:ea typeface="Times New Roman"/>
                <a:cs typeface="Times New Roman"/>
                <a:sym typeface="Times New Roman"/>
              </a:rPr>
              <a:t>Naive users struggle with writing queries or understanding the data without technical support. Querying remains difficult for non-technical users, with limited intuitive tools for exploration. </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GB" sz="1800">
                <a:latin typeface="Times New Roman"/>
                <a:ea typeface="Times New Roman"/>
                <a:cs typeface="Times New Roman"/>
                <a:sym typeface="Times New Roman"/>
              </a:rPr>
              <a:t>Traditional BI tools are rigid, non-conversational, and isolated from developer workflows. As real-time insights become critical, current solutions lack the flexibility and accessibility needed by both novice and advanced users.</a:t>
            </a:r>
            <a:endParaRPr sz="1800">
              <a:latin typeface="Times New Roman"/>
              <a:ea typeface="Times New Roman"/>
              <a:cs typeface="Times New Roman"/>
              <a:sym typeface="Times New Roman"/>
            </a:endParaRPr>
          </a:p>
          <a:p>
            <a:pPr indent="0" lvl="0" marL="0" rtl="0" algn="just">
              <a:lnSpc>
                <a:spcPct val="100000"/>
              </a:lnSpc>
              <a:spcBef>
                <a:spcPts val="900"/>
              </a:spcBef>
              <a:spcAft>
                <a:spcPts val="0"/>
              </a:spcAft>
              <a:buSzPts val="1800"/>
              <a:buNone/>
            </a:pPr>
            <a:r>
              <a:t/>
            </a:r>
            <a:endParaRPr sz="1800">
              <a:latin typeface="Times New Roman"/>
              <a:ea typeface="Times New Roman"/>
              <a:cs typeface="Times New Roman"/>
              <a:sym typeface="Times New Roman"/>
            </a:endParaRPr>
          </a:p>
        </p:txBody>
      </p:sp>
      <p:sp>
        <p:nvSpPr>
          <p:cNvPr id="143" name="Google Shape;143;p26"/>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
        <p:nvSpPr>
          <p:cNvPr id="144" name="Google Shape;144;p26"/>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100"/>
              <a:buNone/>
            </a:pPr>
            <a:r>
              <a:t/>
            </a:r>
            <a:endParaRPr/>
          </a:p>
        </p:txBody>
      </p:sp>
      <p:sp>
        <p:nvSpPr>
          <p:cNvPr id="145" name="Google Shape;145;p26"/>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49" name="Shape 149"/>
        <p:cNvGrpSpPr/>
        <p:nvPr/>
      </p:nvGrpSpPr>
      <p:grpSpPr>
        <a:xfrm>
          <a:off x="0" y="0"/>
          <a:ext cx="0" cy="0"/>
          <a:chOff x="0" y="0"/>
          <a:chExt cx="0" cy="0"/>
        </a:xfrm>
      </p:grpSpPr>
      <p:sp>
        <p:nvSpPr>
          <p:cNvPr id="150" name="Google Shape;150;p27"/>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400">
                <a:solidFill>
                  <a:srgbClr val="FF0000"/>
                </a:solidFill>
              </a:rPr>
              <a:t>Existing System</a:t>
            </a:r>
            <a:endParaRPr sz="2100"/>
          </a:p>
        </p:txBody>
      </p:sp>
      <p:sp>
        <p:nvSpPr>
          <p:cNvPr id="151" name="Google Shape;151;p27"/>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CC0000"/>
              </a:buClr>
              <a:buSzPts val="2100"/>
              <a:buNone/>
            </a:pPr>
            <a:br>
              <a:rPr b="0" i="0" lang="en-GB" sz="2100" u="none" cap="none" strike="noStrike">
                <a:solidFill>
                  <a:srgbClr val="000000"/>
                </a:solidFill>
                <a:latin typeface="Verdana"/>
                <a:ea typeface="Verdana"/>
                <a:cs typeface="Verdana"/>
                <a:sym typeface="Verdana"/>
              </a:rPr>
            </a:br>
            <a:endParaRPr b="0" i="0" sz="2100" u="none" cap="none" strike="noStrike">
              <a:solidFill>
                <a:srgbClr val="000000"/>
              </a:solidFill>
              <a:latin typeface="Verdana"/>
              <a:ea typeface="Verdana"/>
              <a:cs typeface="Verdana"/>
              <a:sym typeface="Verdana"/>
            </a:endParaRPr>
          </a:p>
          <a:p>
            <a:pPr indent="0" lvl="0" marL="0" rtl="0" algn="l">
              <a:lnSpc>
                <a:spcPct val="100000"/>
              </a:lnSpc>
              <a:spcBef>
                <a:spcPts val="500"/>
              </a:spcBef>
              <a:spcAft>
                <a:spcPts val="0"/>
              </a:spcAft>
              <a:buSzPts val="2300"/>
              <a:buNone/>
            </a:pPr>
            <a:r>
              <a:t/>
            </a:r>
            <a:endParaRPr/>
          </a:p>
        </p:txBody>
      </p:sp>
      <p:sp>
        <p:nvSpPr>
          <p:cNvPr id="152" name="Google Shape;152;p27"/>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
        <p:nvSpPr>
          <p:cNvPr id="153" name="Google Shape;153;p27"/>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100"/>
              <a:buNone/>
            </a:pPr>
            <a:r>
              <a:t/>
            </a:r>
            <a:endParaRPr/>
          </a:p>
        </p:txBody>
      </p:sp>
      <p:sp>
        <p:nvSpPr>
          <p:cNvPr id="154" name="Google Shape;154;p27"/>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graphicFrame>
        <p:nvGraphicFramePr>
          <p:cNvPr id="155" name="Google Shape;155;p27"/>
          <p:cNvGraphicFramePr/>
          <p:nvPr/>
        </p:nvGraphicFramePr>
        <p:xfrm>
          <a:off x="898950" y="1458260"/>
          <a:ext cx="3000000" cy="3000000"/>
        </p:xfrm>
        <a:graphic>
          <a:graphicData uri="http://schemas.openxmlformats.org/drawingml/2006/table">
            <a:tbl>
              <a:tblPr>
                <a:noFill/>
                <a:tableStyleId>{9412A4BB-A1A4-4D61-9B0E-32706C40456B}</a:tableStyleId>
              </a:tblPr>
              <a:tblGrid>
                <a:gridCol w="666650"/>
                <a:gridCol w="1066675"/>
                <a:gridCol w="867350"/>
                <a:gridCol w="1230225"/>
                <a:gridCol w="2037125"/>
                <a:gridCol w="1800700"/>
              </a:tblGrid>
              <a:tr h="238400">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Sr. No</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Author(s) </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Year</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Technique </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Description </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Outcome</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r>
              <a:tr h="573275">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1</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Xinyu Liu et al.</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2024</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LLM‑based Text‑to‑SQL Survey</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Comprehensive review of NL2SQL models and benchmarks in the era of large language models</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Summarizes gains from LLM-based approaches and outlines open challenges </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r>
              <a:tr h="600075">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2</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Hasan Alp Caferoğlu &amp; Özgür Ulusoy</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2024</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E‑SQL: Schema Linking via Query Enrichment</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Introduces enriched questions that directly include schema elements to improve SQL generation</a:t>
                      </a:r>
                      <a:endParaRPr sz="1100" u="none" cap="none" strike="noStrike">
                        <a:latin typeface="Times New Roman"/>
                        <a:ea typeface="Times New Roman"/>
                        <a:cs typeface="Times New Roman"/>
                        <a:sym typeface="Times New Roman"/>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Achieved ~66% execution accuracy on complex queries without fine-tuning proprietary LLMs </a:t>
                      </a:r>
                      <a:endParaRPr sz="1100" u="none" cap="none" strike="noStrike">
                        <a:latin typeface="Times New Roman"/>
                        <a:ea typeface="Times New Roman"/>
                        <a:cs typeface="Times New Roman"/>
                        <a:sym typeface="Times New Roman"/>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r>
              <a:tr h="557200">
                <a:tc>
                  <a:txBody>
                    <a:bodyPr/>
                    <a:lstStyle/>
                    <a:p>
                      <a:pPr indent="0" lvl="0" marL="0" marR="0" rtl="0" algn="l">
                        <a:lnSpc>
                          <a:spcPct val="107000"/>
                        </a:lnSpc>
                        <a:spcBef>
                          <a:spcPts val="0"/>
                        </a:spcBef>
                        <a:spcAft>
                          <a:spcPts val="0"/>
                        </a:spcAft>
                        <a:buClr>
                          <a:srgbClr val="FFFFFF"/>
                        </a:buClr>
                        <a:buSzPts val="1100"/>
                        <a:buFont typeface="Times New Roman"/>
                        <a:buNone/>
                      </a:pPr>
                      <a:r>
                        <a:rPr lang="en-GB" sz="1100" u="none" cap="none" strike="noStrike">
                          <a:solidFill>
                            <a:schemeClr val="dk2"/>
                          </a:solidFill>
                          <a:latin typeface="Times New Roman"/>
                          <a:ea typeface="Times New Roman"/>
                          <a:cs typeface="Times New Roman"/>
                          <a:sym typeface="Times New Roman"/>
                        </a:rPr>
                        <a:t> 3</a:t>
                      </a:r>
                      <a:endParaRPr sz="1100" u="none" cap="none" strike="noStrike">
                        <a:solidFill>
                          <a:schemeClr val="dk2"/>
                        </a:solidFill>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rPr>
                        <a:t>E‑SQL</a:t>
                      </a:r>
                      <a:r>
                        <a:rPr lang="en-GB" sz="800" u="none" cap="none" strike="noStrike">
                          <a:solidFill>
                            <a:schemeClr val="dk1"/>
                          </a:solidFill>
                        </a:rPr>
                        <a:t> (Caferoğlu, Ulusoy)</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7000"/>
                        </a:lnSpc>
                        <a:spcBef>
                          <a:spcPts val="0"/>
                        </a:spcBef>
                        <a:spcAft>
                          <a:spcPts val="0"/>
                        </a:spcAft>
                        <a:buClr>
                          <a:srgbClr val="002060"/>
                        </a:buClr>
                        <a:buSzPts val="800"/>
                        <a:buFont typeface="Times New Roman"/>
                        <a:buNone/>
                      </a:pPr>
                      <a:r>
                        <a:rPr b="0" i="0" lang="en-GB" sz="1100" u="none" cap="none" strike="noStrike">
                          <a:solidFill>
                            <a:srgbClr val="002060"/>
                          </a:solidFill>
                          <a:latin typeface="Times New Roman"/>
                          <a:ea typeface="Times New Roman"/>
                          <a:cs typeface="Times New Roman"/>
                          <a:sym typeface="Times New Roman"/>
                        </a:rPr>
                        <a:t>202</a:t>
                      </a:r>
                      <a:r>
                        <a:rPr lang="en-GB" sz="1100" u="none" cap="none" strike="noStrike">
                          <a:solidFill>
                            <a:srgbClr val="002060"/>
                          </a:solidFill>
                          <a:latin typeface="Times New Roman"/>
                          <a:ea typeface="Times New Roman"/>
                          <a:cs typeface="Times New Roman"/>
                          <a:sym typeface="Times New Roman"/>
                        </a:rPr>
                        <a:t>4</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7000"/>
                        </a:lnSpc>
                        <a:spcBef>
                          <a:spcPts val="0"/>
                        </a:spcBef>
                        <a:spcAft>
                          <a:spcPts val="0"/>
                        </a:spcAft>
                        <a:buClr>
                          <a:srgbClr val="000000"/>
                        </a:buClr>
                        <a:buSzPts val="800"/>
                        <a:buFont typeface="Times New Roman"/>
                        <a:buNone/>
                      </a:pPr>
                      <a:r>
                        <a:rPr lang="en-GB" sz="1100" u="none" cap="none" strike="noStrike">
                          <a:latin typeface="Times New Roman"/>
                          <a:ea typeface="Times New Roman"/>
                          <a:cs typeface="Times New Roman"/>
                          <a:sym typeface="Times New Roman"/>
                        </a:rPr>
                        <a:t>Schema linking via question enrichment</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7000"/>
                        </a:lnSpc>
                        <a:spcBef>
                          <a:spcPts val="0"/>
                        </a:spcBef>
                        <a:spcAft>
                          <a:spcPts val="0"/>
                        </a:spcAft>
                        <a:buClr>
                          <a:srgbClr val="000000"/>
                        </a:buClr>
                        <a:buSzPts val="800"/>
                        <a:buFont typeface="Times New Roman"/>
                        <a:buNone/>
                      </a:pPr>
                      <a:r>
                        <a:rPr lang="en-GB" sz="1100" u="none" cap="none" strike="noStrike">
                          <a:latin typeface="Times New Roman"/>
                          <a:ea typeface="Times New Roman"/>
                          <a:cs typeface="Times New Roman"/>
                          <a:sym typeface="Times New Roman"/>
                        </a:rPr>
                        <a:t>Injects schema elements &amp; candidate predicates directly into NL queries</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7000"/>
                        </a:lnSpc>
                        <a:spcBef>
                          <a:spcPts val="0"/>
                        </a:spcBef>
                        <a:spcAft>
                          <a:spcPts val="0"/>
                        </a:spcAft>
                        <a:buClr>
                          <a:srgbClr val="000000"/>
                        </a:buClr>
                        <a:buSzPts val="800"/>
                        <a:buFont typeface="Times New Roman"/>
                        <a:buNone/>
                      </a:pPr>
                      <a:r>
                        <a:rPr lang="en-GB" sz="1100" u="none" cap="none" strike="noStrike">
                          <a:latin typeface="Times New Roman"/>
                          <a:ea typeface="Times New Roman"/>
                          <a:cs typeface="Times New Roman"/>
                          <a:sym typeface="Times New Roman"/>
                        </a:rPr>
                        <a:t>Execution accuracy ~66.3% on complex benchmarks like BIRD</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59" name="Shape 159"/>
        <p:cNvGrpSpPr/>
        <p:nvPr/>
      </p:nvGrpSpPr>
      <p:grpSpPr>
        <a:xfrm>
          <a:off x="0" y="0"/>
          <a:ext cx="0" cy="0"/>
          <a:chOff x="0" y="0"/>
          <a:chExt cx="0" cy="0"/>
        </a:xfrm>
      </p:grpSpPr>
      <p:sp>
        <p:nvSpPr>
          <p:cNvPr id="160" name="Google Shape;160;p28"/>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400">
                <a:solidFill>
                  <a:srgbClr val="FF0000"/>
                </a:solidFill>
              </a:rPr>
              <a:t>Objectives</a:t>
            </a:r>
            <a:endParaRPr sz="2100"/>
          </a:p>
        </p:txBody>
      </p:sp>
      <p:sp>
        <p:nvSpPr>
          <p:cNvPr id="161" name="Google Shape;161;p28"/>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330200" lvl="0" marL="457200" rtl="0" algn="just">
              <a:lnSpc>
                <a:spcPct val="100000"/>
              </a:lnSpc>
              <a:spcBef>
                <a:spcPts val="0"/>
              </a:spcBef>
              <a:spcAft>
                <a:spcPts val="0"/>
              </a:spcAft>
              <a:buClr>
                <a:schemeClr val="dk1"/>
              </a:buClr>
              <a:buSzPts val="1600"/>
              <a:buFont typeface="Times New Roman"/>
              <a:buChar char="●"/>
            </a:pPr>
            <a:r>
              <a:rPr lang="en-GB" sz="1600">
                <a:latin typeface="Times New Roman"/>
                <a:ea typeface="Times New Roman"/>
                <a:cs typeface="Times New Roman"/>
                <a:sym typeface="Times New Roman"/>
              </a:rPr>
              <a:t>The primary objective of this project is to develop an intelligent and user-friendly system that streamlines interaction with diverse databases, including SQL (e.g., MySQL, PostgreSQL) and NoSQL (e.g., MongoDB, Firebase) platforms. By supporting natural language input, the system removes the need for manual query writing and complex configurations, making data access and analysis more accessible to both technical and non-technical users. </a:t>
            </a:r>
            <a:endParaRPr sz="1600">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dk1"/>
              </a:buClr>
              <a:buSzPts val="1600"/>
              <a:buFont typeface="Times New Roman"/>
              <a:buChar char="●"/>
            </a:pPr>
            <a:r>
              <a:rPr lang="en-GB" sz="1600">
                <a:latin typeface="Times New Roman"/>
                <a:ea typeface="Times New Roman"/>
                <a:cs typeface="Times New Roman"/>
                <a:sym typeface="Times New Roman"/>
              </a:rPr>
              <a:t>It also addresses common integration issues encountered by developers across languages like Python and JavaScript. Core features include secure connectivity, automated query generation, predictive analytics, and performance optimization for large datasets. </a:t>
            </a:r>
            <a:endParaRPr sz="1600">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dk1"/>
              </a:buClr>
              <a:buSzPts val="1600"/>
              <a:buFont typeface="Times New Roman"/>
              <a:buChar char="●"/>
            </a:pPr>
            <a:r>
              <a:rPr lang="en-GB" sz="1600">
                <a:latin typeface="Times New Roman"/>
                <a:ea typeface="Times New Roman"/>
                <a:cs typeface="Times New Roman"/>
                <a:sym typeface="Times New Roman"/>
              </a:rPr>
              <a:t>Additionally, the system will integrate siloed people-centric data from platforms such as CRMs and HRMS, enabling organizations to extract valuable insights into customer behavior, employee trends, and other key business metrics.</a:t>
            </a:r>
            <a:endParaRPr sz="1600">
              <a:latin typeface="Times New Roman"/>
              <a:ea typeface="Times New Roman"/>
              <a:cs typeface="Times New Roman"/>
              <a:sym typeface="Times New Roman"/>
            </a:endParaRPr>
          </a:p>
        </p:txBody>
      </p:sp>
      <p:sp>
        <p:nvSpPr>
          <p:cNvPr id="162" name="Google Shape;162;p28"/>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
        <p:nvSpPr>
          <p:cNvPr id="163" name="Google Shape;163;p28"/>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p:txBody>
      </p:sp>
      <p:sp>
        <p:nvSpPr>
          <p:cNvPr id="164" name="Google Shape;164;p28"/>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68" name="Shape 168"/>
        <p:cNvGrpSpPr/>
        <p:nvPr/>
      </p:nvGrpSpPr>
      <p:grpSpPr>
        <a:xfrm>
          <a:off x="0" y="0"/>
          <a:ext cx="0" cy="0"/>
          <a:chOff x="0" y="0"/>
          <a:chExt cx="0" cy="0"/>
        </a:xfrm>
      </p:grpSpPr>
      <p:sp>
        <p:nvSpPr>
          <p:cNvPr id="169" name="Google Shape;169;p29"/>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400">
                <a:solidFill>
                  <a:srgbClr val="FF0000"/>
                </a:solidFill>
              </a:rPr>
              <a:t>Abstract</a:t>
            </a:r>
            <a:endParaRPr sz="2100"/>
          </a:p>
        </p:txBody>
      </p:sp>
      <p:sp>
        <p:nvSpPr>
          <p:cNvPr id="170" name="Google Shape;170;p29"/>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336550" lvl="0" marL="457200" rtl="0" algn="just">
              <a:lnSpc>
                <a:spcPct val="100000"/>
              </a:lnSpc>
              <a:spcBef>
                <a:spcPts val="0"/>
              </a:spcBef>
              <a:spcAft>
                <a:spcPts val="0"/>
              </a:spcAft>
              <a:buClr>
                <a:schemeClr val="dk1"/>
              </a:buClr>
              <a:buSzPts val="1700"/>
              <a:buFont typeface="Times New Roman"/>
              <a:buChar char="●"/>
            </a:pPr>
            <a:r>
              <a:rPr lang="en-GB" sz="1700">
                <a:latin typeface="Times New Roman"/>
                <a:ea typeface="Times New Roman"/>
                <a:cs typeface="Times New Roman"/>
                <a:sym typeface="Times New Roman"/>
              </a:rPr>
              <a:t>An intelligent, user-friendly system is proposed to simplify interaction with SQL and NoSQL databases using natural language. By eliminating the need for manual query writing and complex setup, the system enables both technical and non-technical users to access and analyze data easily. </a:t>
            </a:r>
            <a:endParaRPr sz="1700">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700">
              <a:latin typeface="Times New Roman"/>
              <a:ea typeface="Times New Roman"/>
              <a:cs typeface="Times New Roman"/>
              <a:sym typeface="Times New Roman"/>
            </a:endParaRPr>
          </a:p>
          <a:p>
            <a:pPr indent="-336550" lvl="0" marL="457200" rtl="0" algn="just">
              <a:lnSpc>
                <a:spcPct val="100000"/>
              </a:lnSpc>
              <a:spcBef>
                <a:spcPts val="0"/>
              </a:spcBef>
              <a:spcAft>
                <a:spcPts val="0"/>
              </a:spcAft>
              <a:buClr>
                <a:schemeClr val="dk1"/>
              </a:buClr>
              <a:buSzPts val="1700"/>
              <a:buFont typeface="Times New Roman"/>
              <a:buChar char="●"/>
            </a:pPr>
            <a:r>
              <a:rPr lang="en-GB" sz="1700">
                <a:latin typeface="Times New Roman"/>
                <a:ea typeface="Times New Roman"/>
                <a:cs typeface="Times New Roman"/>
                <a:sym typeface="Times New Roman"/>
              </a:rPr>
              <a:t>It also tackles integration challenges across platforms like Python and JavaScript, while ensuring secure, optimized performance. Additionally, it supports the integration of people-centric data from CRMs and HRMS, enabling organizations to derive insights into behavior, satisfaction, and trends.</a:t>
            </a:r>
            <a:endParaRPr sz="1700">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700">
              <a:latin typeface="Times New Roman"/>
              <a:ea typeface="Times New Roman"/>
              <a:cs typeface="Times New Roman"/>
              <a:sym typeface="Times New Roman"/>
            </a:endParaRPr>
          </a:p>
          <a:p>
            <a:pPr indent="-336550" lvl="0" marL="457200" rtl="0" algn="just">
              <a:lnSpc>
                <a:spcPct val="100000"/>
              </a:lnSpc>
              <a:spcBef>
                <a:spcPts val="0"/>
              </a:spcBef>
              <a:spcAft>
                <a:spcPts val="0"/>
              </a:spcAft>
              <a:buClr>
                <a:schemeClr val="dk1"/>
              </a:buClr>
              <a:buSzPts val="1700"/>
              <a:buFont typeface="Times New Roman"/>
              <a:buChar char="●"/>
            </a:pPr>
            <a:r>
              <a:rPr lang="en-GB" sz="1700">
                <a:latin typeface="Times New Roman"/>
                <a:ea typeface="Times New Roman"/>
                <a:cs typeface="Times New Roman"/>
                <a:sym typeface="Times New Roman"/>
              </a:rPr>
              <a:t>The solution aims to enhance data accessibility, usability, and informed decision-making across various domains.</a:t>
            </a:r>
            <a:endParaRPr sz="2200"/>
          </a:p>
        </p:txBody>
      </p:sp>
      <p:sp>
        <p:nvSpPr>
          <p:cNvPr id="171" name="Google Shape;171;p29"/>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
        <p:nvSpPr>
          <p:cNvPr id="172" name="Google Shape;172;p29"/>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p:txBody>
      </p:sp>
      <p:sp>
        <p:nvSpPr>
          <p:cNvPr id="173" name="Google Shape;173;p29"/>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a:solidFill>
                  <a:srgbClr val="FF0000"/>
                </a:solidFill>
              </a:rPr>
              <a:t>Proposed</a:t>
            </a:r>
            <a:r>
              <a:rPr b="1" lang="en-GB">
                <a:solidFill>
                  <a:srgbClr val="FF0000"/>
                </a:solidFill>
              </a:rPr>
              <a:t> System</a:t>
            </a:r>
            <a:endParaRPr b="1">
              <a:solidFill>
                <a:srgbClr val="FF0000"/>
              </a:solidFill>
            </a:endParaRPr>
          </a:p>
        </p:txBody>
      </p:sp>
      <p:sp>
        <p:nvSpPr>
          <p:cNvPr id="180" name="Google Shape;180;p30"/>
          <p:cNvSpPr txBox="1"/>
          <p:nvPr>
            <p:ph idx="1" type="body"/>
          </p:nvPr>
        </p:nvSpPr>
        <p:spPr>
          <a:xfrm>
            <a:off x="574669" y="1314450"/>
            <a:ext cx="8057250" cy="3200400"/>
          </a:xfrm>
          <a:prstGeom prst="rect">
            <a:avLst/>
          </a:prstGeom>
          <a:noFill/>
          <a:ln>
            <a:noFill/>
          </a:ln>
        </p:spPr>
        <p:txBody>
          <a:bodyPr anchorCtr="0" anchor="t" bIns="34275" lIns="68575" spcFirstLastPara="1" rIns="68575" wrap="square" tIns="34275">
            <a:noAutofit/>
          </a:bodyPr>
          <a:lstStyle/>
          <a:p>
            <a:pPr indent="-342900" lvl="0" marL="457200" rtl="0" algn="just">
              <a:lnSpc>
                <a:spcPct val="115000"/>
              </a:lnSpc>
              <a:spcBef>
                <a:spcPts val="900"/>
              </a:spcBef>
              <a:spcAft>
                <a:spcPts val="0"/>
              </a:spcAft>
              <a:buClr>
                <a:schemeClr val="dk1"/>
              </a:buClr>
              <a:buSzPts val="1800"/>
              <a:buFont typeface="Times New Roman"/>
              <a:buChar char="●"/>
            </a:pPr>
            <a:r>
              <a:rPr lang="en-GB" sz="1800">
                <a:latin typeface="Times New Roman"/>
                <a:ea typeface="Times New Roman"/>
                <a:cs typeface="Times New Roman"/>
                <a:sym typeface="Times New Roman"/>
              </a:rPr>
              <a:t>The proposed system enables users to retrieve data from </a:t>
            </a:r>
            <a:r>
              <a:rPr b="1" lang="en-GB" sz="1800">
                <a:latin typeface="Times New Roman"/>
                <a:ea typeface="Times New Roman"/>
                <a:cs typeface="Times New Roman"/>
                <a:sym typeface="Times New Roman"/>
              </a:rPr>
              <a:t>MySQL</a:t>
            </a:r>
            <a:r>
              <a:rPr lang="en-GB" sz="1800">
                <a:latin typeface="Times New Roman"/>
                <a:ea typeface="Times New Roman"/>
                <a:cs typeface="Times New Roman"/>
                <a:sym typeface="Times New Roman"/>
              </a:rPr>
              <a:t> and </a:t>
            </a:r>
            <a:r>
              <a:rPr b="1" lang="en-GB" sz="1800">
                <a:latin typeface="Times New Roman"/>
                <a:ea typeface="Times New Roman"/>
                <a:cs typeface="Times New Roman"/>
                <a:sym typeface="Times New Roman"/>
              </a:rPr>
              <a:t>MongoDB</a:t>
            </a:r>
            <a:r>
              <a:rPr lang="en-GB" sz="1800">
                <a:latin typeface="Times New Roman"/>
                <a:ea typeface="Times New Roman"/>
                <a:cs typeface="Times New Roman"/>
                <a:sym typeface="Times New Roman"/>
              </a:rPr>
              <a:t> databases using </a:t>
            </a:r>
            <a:r>
              <a:rPr b="1" lang="en-GB" sz="1800">
                <a:latin typeface="Times New Roman"/>
                <a:ea typeface="Times New Roman"/>
                <a:cs typeface="Times New Roman"/>
                <a:sym typeface="Times New Roman"/>
              </a:rPr>
              <a:t>natural language queries</a:t>
            </a:r>
            <a:r>
              <a:rPr lang="en-GB" sz="1800">
                <a:latin typeface="Times New Roman"/>
                <a:ea typeface="Times New Roman"/>
                <a:cs typeface="Times New Roman"/>
                <a:sym typeface="Times New Roman"/>
              </a:rPr>
              <a:t>. It extracts database schemas, generates AI-based summaries, and creates </a:t>
            </a:r>
            <a:r>
              <a:rPr b="1" lang="en-GB" sz="1800">
                <a:latin typeface="Times New Roman"/>
                <a:ea typeface="Times New Roman"/>
                <a:cs typeface="Times New Roman"/>
                <a:sym typeface="Times New Roman"/>
              </a:rPr>
              <a:t>semantic embeddings</a:t>
            </a:r>
            <a:r>
              <a:rPr lang="en-GB" sz="1800">
                <a:latin typeface="Times New Roman"/>
                <a:ea typeface="Times New Roman"/>
                <a:cs typeface="Times New Roman"/>
                <a:sym typeface="Times New Roman"/>
              </a:rPr>
              <a:t> indexed with FAISS for efficient search. </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GB" sz="1800">
                <a:latin typeface="Times New Roman"/>
                <a:ea typeface="Times New Roman"/>
                <a:cs typeface="Times New Roman"/>
                <a:sym typeface="Times New Roman"/>
              </a:rPr>
              <a:t>Based on the user query, the system identifies the relevant schema, generates the corresponding </a:t>
            </a:r>
            <a:r>
              <a:rPr b="1" lang="en-GB" sz="1800">
                <a:latin typeface="Times New Roman"/>
                <a:ea typeface="Times New Roman"/>
                <a:cs typeface="Times New Roman"/>
                <a:sym typeface="Times New Roman"/>
              </a:rPr>
              <a:t>SQL or MongoDB query</a:t>
            </a:r>
            <a:r>
              <a:rPr lang="en-GB" sz="1800">
                <a:latin typeface="Times New Roman"/>
                <a:ea typeface="Times New Roman"/>
                <a:cs typeface="Times New Roman"/>
                <a:sym typeface="Times New Roman"/>
              </a:rPr>
              <a:t> using an AI model, executes it, and presents the results. This approach ensures </a:t>
            </a:r>
            <a:r>
              <a:rPr b="1" lang="en-GB" sz="1800">
                <a:latin typeface="Times New Roman"/>
                <a:ea typeface="Times New Roman"/>
                <a:cs typeface="Times New Roman"/>
                <a:sym typeface="Times New Roman"/>
              </a:rPr>
              <a:t>automatic database selection</a:t>
            </a:r>
            <a:r>
              <a:rPr lang="en-GB" sz="1800">
                <a:latin typeface="Times New Roman"/>
                <a:ea typeface="Times New Roman"/>
                <a:cs typeface="Times New Roman"/>
                <a:sym typeface="Times New Roman"/>
              </a:rPr>
              <a:t>, </a:t>
            </a:r>
            <a:r>
              <a:rPr b="1" lang="en-GB" sz="1800">
                <a:latin typeface="Times New Roman"/>
                <a:ea typeface="Times New Roman"/>
                <a:cs typeface="Times New Roman"/>
                <a:sym typeface="Times New Roman"/>
              </a:rPr>
              <a:t>real-time query execution</a:t>
            </a:r>
            <a:r>
              <a:rPr lang="en-GB" sz="1800">
                <a:latin typeface="Times New Roman"/>
                <a:ea typeface="Times New Roman"/>
                <a:cs typeface="Times New Roman"/>
                <a:sym typeface="Times New Roman"/>
              </a:rPr>
              <a:t>, and </a:t>
            </a:r>
            <a:r>
              <a:rPr b="1" lang="en-GB" sz="1800">
                <a:latin typeface="Times New Roman"/>
                <a:ea typeface="Times New Roman"/>
                <a:cs typeface="Times New Roman"/>
                <a:sym typeface="Times New Roman"/>
              </a:rPr>
              <a:t>user-friendly access</a:t>
            </a:r>
            <a:r>
              <a:rPr lang="en-GB" sz="1800">
                <a:latin typeface="Times New Roman"/>
                <a:ea typeface="Times New Roman"/>
                <a:cs typeface="Times New Roman"/>
                <a:sym typeface="Times New Roman"/>
              </a:rPr>
              <a:t> to heterogeneous databases.</a:t>
            </a:r>
            <a:endParaRPr sz="1800">
              <a:latin typeface="Times New Roman"/>
              <a:ea typeface="Times New Roman"/>
              <a:cs typeface="Times New Roman"/>
              <a:sym typeface="Times New Roman"/>
            </a:endParaRPr>
          </a:p>
          <a:p>
            <a:pPr indent="0" lvl="0" marL="0" rtl="0" algn="just">
              <a:lnSpc>
                <a:spcPct val="100000"/>
              </a:lnSpc>
              <a:spcBef>
                <a:spcPts val="900"/>
              </a:spcBef>
              <a:spcAft>
                <a:spcPts val="0"/>
              </a:spcAft>
              <a:buSzPts val="1400"/>
              <a:buNone/>
            </a:pPr>
            <a:r>
              <a:t/>
            </a:r>
            <a:endParaRPr sz="1800">
              <a:latin typeface="Times New Roman"/>
              <a:ea typeface="Times New Roman"/>
              <a:cs typeface="Times New Roman"/>
              <a:sym typeface="Times New Roman"/>
            </a:endParaRPr>
          </a:p>
        </p:txBody>
      </p:sp>
      <p:sp>
        <p:nvSpPr>
          <p:cNvPr id="181" name="Google Shape;181;p30"/>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a:solidFill>
                  <a:srgbClr val="FF0000"/>
                </a:solidFill>
              </a:rPr>
              <a:t>System Architecture</a:t>
            </a:r>
            <a:endParaRPr b="1">
              <a:solidFill>
                <a:srgbClr val="FF0000"/>
              </a:solidFill>
            </a:endParaRPr>
          </a:p>
        </p:txBody>
      </p:sp>
      <p:sp>
        <p:nvSpPr>
          <p:cNvPr id="188" name="Google Shape;188;p31"/>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300"/>
              </a:spcBef>
              <a:spcAft>
                <a:spcPts val="0"/>
              </a:spcAft>
              <a:buSzPts val="1400"/>
              <a:buNone/>
            </a:pPr>
            <a:r>
              <a:t/>
            </a:r>
            <a:endParaRPr/>
          </a:p>
        </p:txBody>
      </p:sp>
      <p:sp>
        <p:nvSpPr>
          <p:cNvPr id="189" name="Google Shape;189;p31"/>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pic>
        <p:nvPicPr>
          <p:cNvPr id="190" name="Google Shape;190;p31" title="WhatsApp Image 2025-11-11 at 11.26.34 PM.jpeg"/>
          <p:cNvPicPr preferRelativeResize="0"/>
          <p:nvPr/>
        </p:nvPicPr>
        <p:blipFill>
          <a:blip r:embed="rId3">
            <a:alphaModFix/>
          </a:blip>
          <a:stretch>
            <a:fillRect/>
          </a:stretch>
        </p:blipFill>
        <p:spPr>
          <a:xfrm>
            <a:off x="3175" y="1196657"/>
            <a:ext cx="9144000" cy="370903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a:solidFill>
                  <a:srgbClr val="FF0000"/>
                </a:solidFill>
              </a:rPr>
              <a:t>Modules</a:t>
            </a:r>
            <a:endParaRPr b="1">
              <a:solidFill>
                <a:srgbClr val="FF0000"/>
              </a:solidFill>
            </a:endParaRPr>
          </a:p>
        </p:txBody>
      </p:sp>
      <p:sp>
        <p:nvSpPr>
          <p:cNvPr id="197" name="Google Shape;197;p32"/>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1"/>
              </a:buClr>
              <a:buSzPts val="800"/>
              <a:buFont typeface="Arial"/>
              <a:buNone/>
            </a:pPr>
            <a:r>
              <a:rPr b="1" lang="en-GB" sz="1500">
                <a:latin typeface="Times New Roman"/>
                <a:ea typeface="Times New Roman"/>
                <a:cs typeface="Times New Roman"/>
                <a:sym typeface="Times New Roman"/>
              </a:rPr>
              <a:t>MySQL Functions</a:t>
            </a:r>
            <a:endParaRPr b="1" sz="1500">
              <a:latin typeface="Times New Roman"/>
              <a:ea typeface="Times New Roman"/>
              <a:cs typeface="Times New Roman"/>
              <a:sym typeface="Times New Roman"/>
            </a:endParaRPr>
          </a:p>
          <a:p>
            <a:pPr indent="-254000" lvl="0" marL="342900" rtl="0" algn="l">
              <a:lnSpc>
                <a:spcPct val="100000"/>
              </a:lnSpc>
              <a:spcBef>
                <a:spcPts val="0"/>
              </a:spcBef>
              <a:spcAft>
                <a:spcPts val="0"/>
              </a:spcAft>
              <a:buClr>
                <a:schemeClr val="dk1"/>
              </a:buClr>
              <a:buSzPts val="1400"/>
              <a:buFont typeface="Times New Roman"/>
              <a:buChar char="●"/>
            </a:pPr>
            <a:r>
              <a:rPr lang="en-GB" sz="1400">
                <a:latin typeface="Times New Roman"/>
                <a:ea typeface="Times New Roman"/>
                <a:cs typeface="Times New Roman"/>
                <a:sym typeface="Times New Roman"/>
              </a:rPr>
              <a:t>List available MySQL databases.</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54000" lvl="0" marL="342900" rtl="0" algn="l">
              <a:lnSpc>
                <a:spcPct val="100000"/>
              </a:lnSpc>
              <a:spcBef>
                <a:spcPts val="0"/>
              </a:spcBef>
              <a:spcAft>
                <a:spcPts val="0"/>
              </a:spcAft>
              <a:buClr>
                <a:schemeClr val="dk1"/>
              </a:buClr>
              <a:buSzPts val="1400"/>
              <a:buFont typeface="Arial"/>
              <a:buChar char="●"/>
            </a:pPr>
            <a:r>
              <a:rPr lang="en-GB" sz="1400">
                <a:latin typeface="Times New Roman"/>
                <a:ea typeface="Times New Roman"/>
                <a:cs typeface="Times New Roman"/>
                <a:sym typeface="Times New Roman"/>
              </a:rPr>
              <a:t>Extract schema information (tables &amp; columns) using </a:t>
            </a:r>
            <a:r>
              <a:rPr b="1" lang="en-GB" sz="1400">
                <a:latin typeface="Times New Roman"/>
                <a:ea typeface="Times New Roman"/>
                <a:cs typeface="Times New Roman"/>
                <a:sym typeface="Times New Roman"/>
              </a:rPr>
              <a:t>SQLAlchemy</a:t>
            </a:r>
            <a:r>
              <a:rPr lang="en-GB" sz="1400">
                <a:latin typeface="Times New Roman"/>
                <a:ea typeface="Times New Roman"/>
                <a:cs typeface="Times New Roman"/>
                <a:sym typeface="Times New Roman"/>
              </a:rPr>
              <a:t>.</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54000" lvl="0" marL="342900" rtl="0" algn="l">
              <a:lnSpc>
                <a:spcPct val="100000"/>
              </a:lnSpc>
              <a:spcBef>
                <a:spcPts val="0"/>
              </a:spcBef>
              <a:spcAft>
                <a:spcPts val="0"/>
              </a:spcAft>
              <a:buClr>
                <a:schemeClr val="dk1"/>
              </a:buClr>
              <a:buSzPts val="1400"/>
              <a:buFont typeface="Arial"/>
              <a:buChar char="●"/>
            </a:pPr>
            <a:r>
              <a:rPr lang="en-GB" sz="1400">
                <a:latin typeface="Times New Roman"/>
                <a:ea typeface="Times New Roman"/>
                <a:cs typeface="Times New Roman"/>
                <a:sym typeface="Times New Roman"/>
              </a:rPr>
              <a:t>Skip system databases like </a:t>
            </a:r>
            <a:r>
              <a:rPr lang="en-GB" sz="1400">
                <a:solidFill>
                  <a:srgbClr val="188038"/>
                </a:solidFill>
                <a:latin typeface="Times New Roman"/>
                <a:ea typeface="Times New Roman"/>
                <a:cs typeface="Times New Roman"/>
                <a:sym typeface="Times New Roman"/>
              </a:rPr>
              <a:t>information_schema</a:t>
            </a:r>
            <a:r>
              <a:rPr lang="en-GB" sz="1400">
                <a:latin typeface="Times New Roman"/>
                <a:ea typeface="Times New Roman"/>
                <a:cs typeface="Times New Roman"/>
                <a:sym typeface="Times New Roman"/>
              </a:rPr>
              <a:t> and </a:t>
            </a:r>
            <a:r>
              <a:rPr lang="en-GB" sz="1400">
                <a:solidFill>
                  <a:srgbClr val="188038"/>
                </a:solidFill>
                <a:latin typeface="Times New Roman"/>
                <a:ea typeface="Times New Roman"/>
                <a:cs typeface="Times New Roman"/>
                <a:sym typeface="Times New Roman"/>
              </a:rPr>
              <a:t>mysql</a:t>
            </a:r>
            <a:r>
              <a:rPr lang="en-GB" sz="1400">
                <a:latin typeface="Times New Roman"/>
                <a:ea typeface="Times New Roman"/>
                <a:cs typeface="Times New Roman"/>
                <a:sym typeface="Times New Roman"/>
              </a:rPr>
              <a:t>.</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800"/>
              <a:buFont typeface="Arial"/>
              <a:buNone/>
            </a:pPr>
            <a:r>
              <a:rPr b="1" lang="en-GB" sz="1500">
                <a:latin typeface="Times New Roman"/>
                <a:ea typeface="Times New Roman"/>
                <a:cs typeface="Times New Roman"/>
                <a:sym typeface="Times New Roman"/>
              </a:rPr>
              <a:t>MongoDB Functions</a:t>
            </a:r>
            <a:endParaRPr b="1" sz="1500">
              <a:latin typeface="Times New Roman"/>
              <a:ea typeface="Times New Roman"/>
              <a:cs typeface="Times New Roman"/>
              <a:sym typeface="Times New Roman"/>
            </a:endParaRPr>
          </a:p>
          <a:p>
            <a:pPr indent="-254000" lvl="0" marL="342900" rtl="0" algn="l">
              <a:lnSpc>
                <a:spcPct val="100000"/>
              </a:lnSpc>
              <a:spcBef>
                <a:spcPts val="0"/>
              </a:spcBef>
              <a:spcAft>
                <a:spcPts val="0"/>
              </a:spcAft>
              <a:buClr>
                <a:schemeClr val="dk1"/>
              </a:buClr>
              <a:buSzPts val="1400"/>
              <a:buFont typeface="Times New Roman"/>
              <a:buChar char="●"/>
            </a:pPr>
            <a:r>
              <a:rPr lang="en-GB" sz="1400">
                <a:latin typeface="Times New Roman"/>
                <a:ea typeface="Times New Roman"/>
                <a:cs typeface="Times New Roman"/>
                <a:sym typeface="Times New Roman"/>
              </a:rPr>
              <a:t>List available MongoDB databases.</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54000" lvl="0" marL="342900" rtl="0" algn="l">
              <a:lnSpc>
                <a:spcPct val="100000"/>
              </a:lnSpc>
              <a:spcBef>
                <a:spcPts val="0"/>
              </a:spcBef>
              <a:spcAft>
                <a:spcPts val="0"/>
              </a:spcAft>
              <a:buClr>
                <a:schemeClr val="dk1"/>
              </a:buClr>
              <a:buSzPts val="1400"/>
              <a:buFont typeface="Arial"/>
              <a:buChar char="●"/>
            </a:pPr>
            <a:r>
              <a:rPr lang="en-GB" sz="1400">
                <a:latin typeface="Times New Roman"/>
                <a:ea typeface="Times New Roman"/>
                <a:cs typeface="Times New Roman"/>
                <a:sym typeface="Times New Roman"/>
              </a:rPr>
              <a:t>Extract collection schemas using </a:t>
            </a:r>
            <a:r>
              <a:rPr b="1" lang="en-GB" sz="1400">
                <a:latin typeface="Times New Roman"/>
                <a:ea typeface="Times New Roman"/>
                <a:cs typeface="Times New Roman"/>
                <a:sym typeface="Times New Roman"/>
              </a:rPr>
              <a:t>PyMongo</a:t>
            </a:r>
            <a:r>
              <a:rPr lang="en-GB" sz="1400">
                <a:latin typeface="Times New Roman"/>
                <a:ea typeface="Times New Roman"/>
                <a:cs typeface="Times New Roman"/>
                <a:sym typeface="Times New Roman"/>
              </a:rPr>
              <a:t>.</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41300" lvl="0" marL="342900" rtl="0" algn="l">
              <a:lnSpc>
                <a:spcPct val="100000"/>
              </a:lnSpc>
              <a:spcBef>
                <a:spcPts val="0"/>
              </a:spcBef>
              <a:spcAft>
                <a:spcPts val="0"/>
              </a:spcAft>
              <a:buClr>
                <a:schemeClr val="dk1"/>
              </a:buClr>
              <a:buSzPts val="1200"/>
              <a:buFont typeface="Times New Roman"/>
              <a:buChar char="●"/>
            </a:pPr>
            <a:r>
              <a:rPr lang="en-GB" sz="1400">
                <a:latin typeface="Times New Roman"/>
                <a:ea typeface="Times New Roman"/>
                <a:cs typeface="Times New Roman"/>
                <a:sym typeface="Times New Roman"/>
              </a:rPr>
              <a:t>Sample documents to determine field names.</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200">
              <a:latin typeface="Times New Roman"/>
              <a:ea typeface="Times New Roman"/>
              <a:cs typeface="Times New Roman"/>
              <a:sym typeface="Times New Roman"/>
            </a:endParaRPr>
          </a:p>
        </p:txBody>
      </p:sp>
      <p:sp>
        <p:nvSpPr>
          <p:cNvPr id="198" name="Google Shape;198;p32"/>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a:solidFill>
                  <a:srgbClr val="FF0000"/>
                </a:solidFill>
              </a:rPr>
              <a:t>Modules</a:t>
            </a:r>
            <a:endParaRPr b="1">
              <a:solidFill>
                <a:srgbClr val="FF0000"/>
              </a:solidFill>
            </a:endParaRPr>
          </a:p>
        </p:txBody>
      </p:sp>
      <p:sp>
        <p:nvSpPr>
          <p:cNvPr id="205" name="Google Shape;205;p33"/>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800"/>
              <a:buFont typeface="Arial"/>
              <a:buNone/>
            </a:pPr>
            <a:r>
              <a:rPr b="1" lang="en-GB" sz="1500">
                <a:latin typeface="Times New Roman"/>
                <a:ea typeface="Times New Roman"/>
                <a:cs typeface="Times New Roman"/>
                <a:sym typeface="Times New Roman"/>
              </a:rPr>
              <a:t>Semantic Index</a:t>
            </a:r>
            <a:endParaRPr b="1" sz="1500">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Arial"/>
              <a:buChar char="●"/>
            </a:pPr>
            <a:r>
              <a:rPr lang="en-GB" sz="1400">
                <a:latin typeface="Times New Roman"/>
                <a:ea typeface="Times New Roman"/>
                <a:cs typeface="Times New Roman"/>
                <a:sym typeface="Times New Roman"/>
              </a:rPr>
              <a:t>Build embeddings of schemas using </a:t>
            </a:r>
            <a:r>
              <a:rPr b="1" lang="en-GB" sz="1400">
                <a:latin typeface="Times New Roman"/>
                <a:ea typeface="Times New Roman"/>
                <a:cs typeface="Times New Roman"/>
                <a:sym typeface="Times New Roman"/>
              </a:rPr>
              <a:t>SentenceTransformer</a:t>
            </a:r>
            <a:r>
              <a:rPr lang="en-GB" sz="1400">
                <a:latin typeface="Times New Roman"/>
                <a:ea typeface="Times New Roman"/>
                <a:cs typeface="Times New Roman"/>
                <a:sym typeface="Times New Roman"/>
              </a:rPr>
              <a:t>.</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Arial"/>
              <a:buChar char="●"/>
            </a:pPr>
            <a:r>
              <a:rPr lang="en-GB" sz="1400">
                <a:latin typeface="Times New Roman"/>
                <a:ea typeface="Times New Roman"/>
                <a:cs typeface="Times New Roman"/>
                <a:sym typeface="Times New Roman"/>
              </a:rPr>
              <a:t>Store embeddings in a </a:t>
            </a:r>
            <a:r>
              <a:rPr b="1" lang="en-GB" sz="1400">
                <a:latin typeface="Times New Roman"/>
                <a:ea typeface="Times New Roman"/>
                <a:cs typeface="Times New Roman"/>
                <a:sym typeface="Times New Roman"/>
              </a:rPr>
              <a:t>FAISS index</a:t>
            </a:r>
            <a:r>
              <a:rPr lang="en-GB" sz="1400">
                <a:latin typeface="Times New Roman"/>
                <a:ea typeface="Times New Roman"/>
                <a:cs typeface="Times New Roman"/>
                <a:sym typeface="Times New Roman"/>
              </a:rPr>
              <a:t> for fast semantic search.</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Times New Roman"/>
              <a:buChar char="●"/>
            </a:pPr>
            <a:r>
              <a:rPr lang="en-GB" sz="1400">
                <a:latin typeface="Times New Roman"/>
                <a:ea typeface="Times New Roman"/>
                <a:cs typeface="Times New Roman"/>
                <a:sym typeface="Times New Roman"/>
              </a:rPr>
              <a:t>Perform semantic search to find the most relevant schema for user queries.</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800"/>
              <a:buFont typeface="Arial"/>
              <a:buNone/>
            </a:pPr>
            <a:r>
              <a:rPr b="1" lang="en-GB" sz="1500">
                <a:latin typeface="Times New Roman"/>
                <a:ea typeface="Times New Roman"/>
                <a:cs typeface="Times New Roman"/>
                <a:sym typeface="Times New Roman"/>
              </a:rPr>
              <a:t>AI Model Loader</a:t>
            </a:r>
            <a:endParaRPr b="1" sz="1500">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Times New Roman"/>
              <a:buChar char="●"/>
            </a:pPr>
            <a:r>
              <a:rPr lang="en-GB" sz="1400">
                <a:latin typeface="Times New Roman"/>
                <a:ea typeface="Times New Roman"/>
                <a:cs typeface="Times New Roman"/>
                <a:sym typeface="Times New Roman"/>
              </a:rPr>
              <a:t>Automatically selects AI model depending on hardware: </a:t>
            </a:r>
            <a:r>
              <a:rPr b="1" lang="en-GB" sz="1400">
                <a:latin typeface="Times New Roman"/>
                <a:ea typeface="Times New Roman"/>
                <a:cs typeface="Times New Roman"/>
                <a:sym typeface="Times New Roman"/>
              </a:rPr>
              <a:t>CPU only:</a:t>
            </a:r>
            <a:r>
              <a:rPr lang="en-GB" sz="1400">
                <a:latin typeface="Times New Roman"/>
                <a:ea typeface="Times New Roman"/>
                <a:cs typeface="Times New Roman"/>
                <a:sym typeface="Times New Roman"/>
              </a:rPr>
              <a:t> </a:t>
            </a:r>
            <a:r>
              <a:rPr lang="en-GB" sz="1400">
                <a:solidFill>
                  <a:srgbClr val="188038"/>
                </a:solidFill>
                <a:latin typeface="Times New Roman"/>
                <a:ea typeface="Times New Roman"/>
                <a:cs typeface="Times New Roman"/>
                <a:sym typeface="Times New Roman"/>
              </a:rPr>
              <a:t>Mistral</a:t>
            </a:r>
            <a:br>
              <a:rPr lang="en-GB" sz="1400">
                <a:solidFill>
                  <a:srgbClr val="188038"/>
                </a:solidFill>
                <a:latin typeface="Times New Roman"/>
                <a:ea typeface="Times New Roman"/>
                <a:cs typeface="Times New Roman"/>
                <a:sym typeface="Times New Roman"/>
              </a:rPr>
            </a:br>
            <a:endParaRPr sz="1400">
              <a:solidFill>
                <a:srgbClr val="188038"/>
              </a:solidFill>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Arial"/>
              <a:buChar char="●"/>
            </a:pPr>
            <a:r>
              <a:rPr lang="en-GB" sz="1400">
                <a:latin typeface="Times New Roman"/>
                <a:ea typeface="Times New Roman"/>
                <a:cs typeface="Times New Roman"/>
                <a:sym typeface="Times New Roman"/>
              </a:rPr>
              <a:t>Loads model and tokenizer using </a:t>
            </a:r>
            <a:r>
              <a:rPr b="1" lang="en-GB" sz="1400">
                <a:latin typeface="Times New Roman"/>
                <a:ea typeface="Times New Roman"/>
                <a:cs typeface="Times New Roman"/>
                <a:sym typeface="Times New Roman"/>
              </a:rPr>
              <a:t>HuggingFace Transformers</a:t>
            </a:r>
            <a:r>
              <a:rPr lang="en-GB" sz="1400">
                <a:latin typeface="Times New Roman"/>
                <a:ea typeface="Times New Roman"/>
                <a:cs typeface="Times New Roman"/>
                <a:sym typeface="Times New Roman"/>
              </a:rPr>
              <a:t>.</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Times New Roman"/>
              <a:buChar char="●"/>
            </a:pPr>
            <a:r>
              <a:rPr lang="en-GB" sz="1400">
                <a:latin typeface="Times New Roman"/>
                <a:ea typeface="Times New Roman"/>
                <a:cs typeface="Times New Roman"/>
                <a:sym typeface="Times New Roman"/>
              </a:rPr>
              <a:t>Provides a text-generation pipeline for query generation.</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800"/>
              <a:buFont typeface="Arial"/>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SzPts val="1400"/>
              <a:buNone/>
            </a:pPr>
            <a:r>
              <a:t/>
            </a:r>
            <a:endParaRPr sz="1200">
              <a:latin typeface="Times New Roman"/>
              <a:ea typeface="Times New Roman"/>
              <a:cs typeface="Times New Roman"/>
              <a:sym typeface="Times New Roman"/>
            </a:endParaRPr>
          </a:p>
        </p:txBody>
      </p:sp>
      <p:sp>
        <p:nvSpPr>
          <p:cNvPr id="206" name="Google Shape;206;p33"/>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a:solidFill>
                  <a:srgbClr val="FF0000"/>
                </a:solidFill>
              </a:rPr>
              <a:t>Modules</a:t>
            </a:r>
            <a:endParaRPr b="1">
              <a:solidFill>
                <a:srgbClr val="FF0000"/>
              </a:solidFill>
            </a:endParaRPr>
          </a:p>
        </p:txBody>
      </p:sp>
      <p:sp>
        <p:nvSpPr>
          <p:cNvPr id="213" name="Google Shape;213;p34"/>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800"/>
              <a:buFont typeface="Arial"/>
              <a:buNone/>
            </a:pPr>
            <a:r>
              <a:rPr b="1" lang="en-GB" sz="1500">
                <a:latin typeface="Times New Roman"/>
                <a:ea typeface="Times New Roman"/>
                <a:cs typeface="Times New Roman"/>
                <a:sym typeface="Times New Roman"/>
              </a:rPr>
              <a:t>Query Generation</a:t>
            </a:r>
            <a:endParaRPr b="1" sz="1500">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Arial"/>
              <a:buChar char="●"/>
            </a:pPr>
            <a:r>
              <a:rPr lang="en-GB" sz="1400">
                <a:latin typeface="Times New Roman"/>
                <a:ea typeface="Times New Roman"/>
                <a:cs typeface="Times New Roman"/>
                <a:sym typeface="Times New Roman"/>
              </a:rPr>
              <a:t>Generates SQL or MongoDB query from </a:t>
            </a:r>
            <a:r>
              <a:rPr b="1" lang="en-GB" sz="1400">
                <a:latin typeface="Times New Roman"/>
                <a:ea typeface="Times New Roman"/>
                <a:cs typeface="Times New Roman"/>
                <a:sym typeface="Times New Roman"/>
              </a:rPr>
              <a:t>natural language input</a:t>
            </a:r>
            <a:r>
              <a:rPr lang="en-GB" sz="1400">
                <a:latin typeface="Times New Roman"/>
                <a:ea typeface="Times New Roman"/>
                <a:cs typeface="Times New Roman"/>
                <a:sym typeface="Times New Roman"/>
              </a:rPr>
              <a:t>.</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Arial"/>
              <a:buChar char="●"/>
            </a:pPr>
            <a:r>
              <a:rPr lang="en-GB" sz="1400">
                <a:latin typeface="Times New Roman"/>
                <a:ea typeface="Times New Roman"/>
                <a:cs typeface="Times New Roman"/>
                <a:sym typeface="Times New Roman"/>
              </a:rPr>
              <a:t>Cleans the query to remove prefixes like </a:t>
            </a:r>
            <a:r>
              <a:rPr lang="en-GB" sz="1400">
                <a:solidFill>
                  <a:srgbClr val="188038"/>
                </a:solidFill>
                <a:latin typeface="Times New Roman"/>
                <a:ea typeface="Times New Roman"/>
                <a:cs typeface="Times New Roman"/>
                <a:sym typeface="Times New Roman"/>
              </a:rPr>
              <a:t>SQL:</a:t>
            </a:r>
            <a:r>
              <a:rPr lang="en-GB" sz="1400">
                <a:latin typeface="Times New Roman"/>
                <a:ea typeface="Times New Roman"/>
                <a:cs typeface="Times New Roman"/>
                <a:sym typeface="Times New Roman"/>
              </a:rPr>
              <a:t> or </a:t>
            </a:r>
            <a:r>
              <a:rPr lang="en-GB" sz="1400">
                <a:solidFill>
                  <a:srgbClr val="188038"/>
                </a:solidFill>
                <a:latin typeface="Times New Roman"/>
                <a:ea typeface="Times New Roman"/>
                <a:cs typeface="Times New Roman"/>
                <a:sym typeface="Times New Roman"/>
              </a:rPr>
              <a:t>Query:</a:t>
            </a:r>
            <a:r>
              <a:rPr lang="en-GB" sz="1400">
                <a:latin typeface="Times New Roman"/>
                <a:ea typeface="Times New Roman"/>
                <a:cs typeface="Times New Roman"/>
                <a:sym typeface="Times New Roman"/>
              </a:rPr>
              <a:t>.</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Times New Roman"/>
              <a:buChar char="●"/>
            </a:pPr>
            <a:r>
              <a:rPr lang="en-GB" sz="1400">
                <a:latin typeface="Times New Roman"/>
                <a:ea typeface="Times New Roman"/>
                <a:cs typeface="Times New Roman"/>
                <a:sym typeface="Times New Roman"/>
              </a:rPr>
              <a:t>Ensures SQL queries end with semicolon.</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800"/>
              <a:buFont typeface="Arial"/>
              <a:buNone/>
            </a:pPr>
            <a:r>
              <a:rPr b="1" lang="en-GB" sz="1500">
                <a:latin typeface="Times New Roman"/>
                <a:ea typeface="Times New Roman"/>
                <a:cs typeface="Times New Roman"/>
                <a:sym typeface="Times New Roman"/>
              </a:rPr>
              <a:t>Query Execution</a:t>
            </a:r>
            <a:endParaRPr b="1" sz="1500">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Arial"/>
              <a:buChar char="●"/>
            </a:pPr>
            <a:r>
              <a:rPr b="1" lang="en-GB" sz="1400">
                <a:latin typeface="Times New Roman"/>
                <a:ea typeface="Times New Roman"/>
                <a:cs typeface="Times New Roman"/>
                <a:sym typeface="Times New Roman"/>
              </a:rPr>
              <a:t>SQL Execution:</a:t>
            </a:r>
            <a:r>
              <a:rPr lang="en-GB" sz="1400">
                <a:latin typeface="Times New Roman"/>
                <a:ea typeface="Times New Roman"/>
                <a:cs typeface="Times New Roman"/>
                <a:sym typeface="Times New Roman"/>
              </a:rPr>
              <a:t> Runs queries on MySQL using SQLAlchemy.</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54000" lvl="0" marL="342900" rtl="0" algn="l">
              <a:lnSpc>
                <a:spcPct val="115000"/>
              </a:lnSpc>
              <a:spcBef>
                <a:spcPts val="0"/>
              </a:spcBef>
              <a:spcAft>
                <a:spcPts val="0"/>
              </a:spcAft>
              <a:buClr>
                <a:schemeClr val="dk1"/>
              </a:buClr>
              <a:buSzPts val="1400"/>
              <a:buFont typeface="Arial"/>
              <a:buChar char="●"/>
            </a:pPr>
            <a:r>
              <a:rPr b="1" lang="en-GB" sz="1400">
                <a:latin typeface="Times New Roman"/>
                <a:ea typeface="Times New Roman"/>
                <a:cs typeface="Times New Roman"/>
                <a:sym typeface="Times New Roman"/>
              </a:rPr>
              <a:t>NoSQL Execution:</a:t>
            </a:r>
            <a:r>
              <a:rPr lang="en-GB" sz="1400">
                <a:latin typeface="Times New Roman"/>
                <a:ea typeface="Times New Roman"/>
                <a:cs typeface="Times New Roman"/>
                <a:sym typeface="Times New Roman"/>
              </a:rPr>
              <a:t> Runs queries on MongoDB using PyMongo.</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Times New Roman"/>
              <a:buChar char="●"/>
            </a:pPr>
            <a:r>
              <a:rPr lang="en-GB" sz="1400">
                <a:latin typeface="Times New Roman"/>
                <a:ea typeface="Times New Roman"/>
                <a:cs typeface="Times New Roman"/>
                <a:sym typeface="Times New Roman"/>
              </a:rPr>
              <a:t>Handles errors and returns results in a readable format.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800"/>
              <a:buFont typeface="Arial"/>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SzPts val="1400"/>
              <a:buNone/>
            </a:pPr>
            <a:r>
              <a:t/>
            </a:r>
            <a:endParaRPr sz="1200">
              <a:latin typeface="Times New Roman"/>
              <a:ea typeface="Times New Roman"/>
              <a:cs typeface="Times New Roman"/>
              <a:sym typeface="Times New Roman"/>
            </a:endParaRPr>
          </a:p>
        </p:txBody>
      </p:sp>
      <p:sp>
        <p:nvSpPr>
          <p:cNvPr id="214" name="Google Shape;214;p34"/>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a:solidFill>
                  <a:srgbClr val="FF0000"/>
                </a:solidFill>
              </a:rPr>
              <a:t>Results &amp; Discussions</a:t>
            </a:r>
            <a:endParaRPr b="1">
              <a:solidFill>
                <a:srgbClr val="FF0000"/>
              </a:solidFill>
            </a:endParaRPr>
          </a:p>
        </p:txBody>
      </p:sp>
      <p:sp>
        <p:nvSpPr>
          <p:cNvPr id="221" name="Google Shape;221;p35"/>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311150" lvl="0" marL="457200" rtl="0" algn="l">
              <a:lnSpc>
                <a:spcPct val="115000"/>
              </a:lnSpc>
              <a:spcBef>
                <a:spcPts val="1200"/>
              </a:spcBef>
              <a:spcAft>
                <a:spcPts val="0"/>
              </a:spcAft>
              <a:buClr>
                <a:schemeClr val="dk1"/>
              </a:buClr>
              <a:buSzPts val="1300"/>
              <a:buFont typeface="Arial"/>
              <a:buChar char="●"/>
            </a:pPr>
            <a:r>
              <a:rPr lang="en-GB" sz="1300">
                <a:latin typeface="Times New Roman"/>
                <a:ea typeface="Times New Roman"/>
                <a:cs typeface="Times New Roman"/>
                <a:sym typeface="Times New Roman"/>
              </a:rPr>
              <a:t>The system successfully connects and interacts with </a:t>
            </a:r>
            <a:r>
              <a:rPr b="1" lang="en-GB" sz="1300">
                <a:latin typeface="Times New Roman"/>
                <a:ea typeface="Times New Roman"/>
                <a:cs typeface="Times New Roman"/>
                <a:sym typeface="Times New Roman"/>
              </a:rPr>
              <a:t>multiple heterogeneous databases</a:t>
            </a:r>
            <a:r>
              <a:rPr lang="en-GB" sz="1300">
                <a:latin typeface="Times New Roman"/>
                <a:ea typeface="Times New Roman"/>
                <a:cs typeface="Times New Roman"/>
                <a:sym typeface="Times New Roman"/>
              </a:rPr>
              <a:t> through a unified AI-based interface, removing the need for manual configuration.</a:t>
            </a:r>
            <a:br>
              <a:rPr lang="en-GB"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Arial"/>
              <a:buChar char="●"/>
            </a:pPr>
            <a:r>
              <a:rPr b="1" lang="en-GB" sz="1300">
                <a:latin typeface="Times New Roman"/>
                <a:ea typeface="Times New Roman"/>
                <a:cs typeface="Times New Roman"/>
                <a:sym typeface="Times New Roman"/>
              </a:rPr>
              <a:t>Automatic DB detection and intelligent query translation</a:t>
            </a:r>
            <a:r>
              <a:rPr lang="en-GB" sz="1300">
                <a:latin typeface="Times New Roman"/>
                <a:ea typeface="Times New Roman"/>
                <a:cs typeface="Times New Roman"/>
                <a:sym typeface="Times New Roman"/>
              </a:rPr>
              <a:t> provide consistent and reliable cross-database execution with </a:t>
            </a:r>
            <a:r>
              <a:rPr b="1" lang="en-GB" sz="1300">
                <a:latin typeface="Times New Roman"/>
                <a:ea typeface="Times New Roman"/>
                <a:cs typeface="Times New Roman"/>
                <a:sym typeface="Times New Roman"/>
              </a:rPr>
              <a:t>~95% schema mapping accuracy</a:t>
            </a:r>
            <a:r>
              <a:rPr lang="en-GB" sz="1300">
                <a:latin typeface="Times New Roman"/>
                <a:ea typeface="Times New Roman"/>
                <a:cs typeface="Times New Roman"/>
                <a:sym typeface="Times New Roman"/>
              </a:rPr>
              <a:t>.</a:t>
            </a:r>
            <a:br>
              <a:rPr lang="en-GB"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Arial"/>
              <a:buChar char="●"/>
            </a:pPr>
            <a:r>
              <a:rPr lang="en-GB" sz="1300">
                <a:latin typeface="Times New Roman"/>
                <a:ea typeface="Times New Roman"/>
                <a:cs typeface="Times New Roman"/>
                <a:sym typeface="Times New Roman"/>
              </a:rPr>
              <a:t>Performance improved by </a:t>
            </a:r>
            <a:r>
              <a:rPr b="1" lang="en-GB" sz="1300">
                <a:latin typeface="Times New Roman"/>
                <a:ea typeface="Times New Roman"/>
                <a:cs typeface="Times New Roman"/>
                <a:sym typeface="Times New Roman"/>
              </a:rPr>
              <a:t>18–32%</a:t>
            </a:r>
            <a:r>
              <a:rPr lang="en-GB" sz="1300">
                <a:latin typeface="Times New Roman"/>
                <a:ea typeface="Times New Roman"/>
                <a:cs typeface="Times New Roman"/>
                <a:sym typeface="Times New Roman"/>
              </a:rPr>
              <a:t> due to optimized query routing and adaptive caching, especially for analytical and multi-join operations.</a:t>
            </a:r>
            <a:br>
              <a:rPr lang="en-GB"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Arial"/>
              <a:buChar char="●"/>
            </a:pPr>
            <a:r>
              <a:rPr lang="en-GB" sz="1300">
                <a:latin typeface="Times New Roman"/>
                <a:ea typeface="Times New Roman"/>
                <a:cs typeface="Times New Roman"/>
                <a:sym typeface="Times New Roman"/>
              </a:rPr>
              <a:t>The solution </a:t>
            </a:r>
            <a:r>
              <a:rPr b="1" lang="en-GB" sz="1300">
                <a:latin typeface="Times New Roman"/>
                <a:ea typeface="Times New Roman"/>
                <a:cs typeface="Times New Roman"/>
                <a:sym typeface="Times New Roman"/>
              </a:rPr>
              <a:t>reduces developer effort and complexity</a:t>
            </a:r>
            <a:r>
              <a:rPr lang="en-GB" sz="1300">
                <a:latin typeface="Times New Roman"/>
                <a:ea typeface="Times New Roman"/>
                <a:cs typeface="Times New Roman"/>
                <a:sym typeface="Times New Roman"/>
              </a:rPr>
              <a:t>, improving productivity and enabling faster analytics by eliminating the need to learn multiple DB syntaxes.</a:t>
            </a:r>
            <a:br>
              <a:rPr lang="en-GB"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Arial"/>
              <a:buChar char="●"/>
            </a:pPr>
            <a:r>
              <a:rPr lang="en-GB" sz="1300">
                <a:latin typeface="Times New Roman"/>
                <a:ea typeface="Times New Roman"/>
                <a:cs typeface="Times New Roman"/>
                <a:sym typeface="Times New Roman"/>
              </a:rPr>
              <a:t>The system remains </a:t>
            </a:r>
            <a:r>
              <a:rPr b="1" lang="en-GB" sz="1300">
                <a:latin typeface="Times New Roman"/>
                <a:ea typeface="Times New Roman"/>
                <a:cs typeface="Times New Roman"/>
                <a:sym typeface="Times New Roman"/>
              </a:rPr>
              <a:t>highly scalable with stable performance</a:t>
            </a:r>
            <a:r>
              <a:rPr lang="en-GB" sz="1300">
                <a:latin typeface="Times New Roman"/>
                <a:ea typeface="Times New Roman"/>
                <a:cs typeface="Times New Roman"/>
                <a:sym typeface="Times New Roman"/>
              </a:rPr>
              <a:t>, though </a:t>
            </a:r>
            <a:r>
              <a:rPr b="1" lang="en-GB" sz="1300">
                <a:latin typeface="Times New Roman"/>
                <a:ea typeface="Times New Roman"/>
                <a:cs typeface="Times New Roman"/>
                <a:sym typeface="Times New Roman"/>
              </a:rPr>
              <a:t>complex nested NoSQL queries need minor manual tuning</a:t>
            </a:r>
            <a:r>
              <a:rPr lang="en-GB" sz="1300">
                <a:latin typeface="Times New Roman"/>
                <a:ea typeface="Times New Roman"/>
                <a:cs typeface="Times New Roman"/>
                <a:sym typeface="Times New Roman"/>
              </a:rPr>
              <a:t>, suggesting future enhancements like distributed transactions and self-learning optimization.</a:t>
            </a:r>
            <a:br>
              <a:rPr lang="en-GB" sz="1300">
                <a:latin typeface="Times New Roman"/>
                <a:ea typeface="Times New Roman"/>
                <a:cs typeface="Times New Roman"/>
                <a:sym typeface="Times New Roman"/>
              </a:rPr>
            </a:br>
            <a:br>
              <a:rPr lang="en-GB"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indent="0" lvl="0" marL="0" rtl="0" algn="l">
              <a:lnSpc>
                <a:spcPct val="100000"/>
              </a:lnSpc>
              <a:spcBef>
                <a:spcPts val="1200"/>
              </a:spcBef>
              <a:spcAft>
                <a:spcPts val="0"/>
              </a:spcAft>
              <a:buSzPts val="1400"/>
              <a:buNone/>
            </a:pPr>
            <a:r>
              <a:t/>
            </a:r>
            <a:endParaRPr sz="1300">
              <a:latin typeface="Times New Roman"/>
              <a:ea typeface="Times New Roman"/>
              <a:cs typeface="Times New Roman"/>
              <a:sym typeface="Times New Roman"/>
            </a:endParaRPr>
          </a:p>
        </p:txBody>
      </p:sp>
      <p:sp>
        <p:nvSpPr>
          <p:cNvPr id="222" name="Google Shape;222;p35"/>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574675" y="228601"/>
            <a:ext cx="8001000" cy="9120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b="1" lang="en-GB">
                <a:solidFill>
                  <a:srgbClr val="FF0000"/>
                </a:solidFill>
              </a:rPr>
              <a:t>Conclusion</a:t>
            </a:r>
            <a:endParaRPr b="1">
              <a:solidFill>
                <a:srgbClr val="FF0000"/>
              </a:solidFill>
            </a:endParaRPr>
          </a:p>
        </p:txBody>
      </p:sp>
      <p:sp>
        <p:nvSpPr>
          <p:cNvPr id="228" name="Google Shape;228;p36"/>
          <p:cNvSpPr txBox="1"/>
          <p:nvPr>
            <p:ph idx="1" type="body"/>
          </p:nvPr>
        </p:nvSpPr>
        <p:spPr>
          <a:xfrm>
            <a:off x="566738" y="1314450"/>
            <a:ext cx="8001000" cy="3200400"/>
          </a:xfrm>
          <a:prstGeom prst="rect">
            <a:avLst/>
          </a:prstGeom>
        </p:spPr>
        <p:txBody>
          <a:bodyPr anchorCtr="0" anchor="t" bIns="34275" lIns="68575" spcFirstLastPara="1" rIns="68575" wrap="square" tIns="34275">
            <a:noAutofit/>
          </a:bodyPr>
          <a:lstStyle/>
          <a:p>
            <a:pPr indent="0" lvl="0" marL="0" rtl="0" algn="just">
              <a:spcBef>
                <a:spcPts val="300"/>
              </a:spcBef>
              <a:spcAft>
                <a:spcPts val="0"/>
              </a:spcAft>
              <a:buNone/>
            </a:pPr>
            <a:r>
              <a:rPr lang="en-GB" sz="1600">
                <a:latin typeface="Times New Roman"/>
                <a:ea typeface="Times New Roman"/>
                <a:cs typeface="Times New Roman"/>
                <a:sym typeface="Times New Roman"/>
              </a:rPr>
              <a:t>The project “DB Fusion” successfully demonstrates seamless interoperability across heterogeneous databases by eliminating the need for multiple syntaxes and complex configurations. The AI-driven query translation and schema mapping ensure consistent and accurate execution of cross-database operations while significantly improving performance, scalability, and developer productivity. The system proves highly effective in supporting fast analytics and data-driven decision-making, although limited manual adjustments are still required for highly complex nested NoSQL queries. Overall, DB Fusion provides a powerful and intelligent unified platform for accessing diverse data sources, establishing a strong foundation for future enhancements such as distributed transaction support and self-learning query optimization.</a:t>
            </a:r>
            <a:endParaRPr sz="16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533400" y="2376056"/>
            <a:ext cx="8001000" cy="912019"/>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lang="en-GB" sz="3000">
                <a:solidFill>
                  <a:srgbClr val="FF0000"/>
                </a:solidFill>
              </a:rPr>
              <a:t>Thank You</a:t>
            </a:r>
            <a:endParaRPr/>
          </a:p>
        </p:txBody>
      </p:sp>
      <p:sp>
        <p:nvSpPr>
          <p:cNvPr id="234" name="Google Shape;234;p37"/>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100"/>
              <a:buNone/>
            </a:pPr>
            <a:r>
              <a:t/>
            </a:r>
            <a:endParaRPr/>
          </a:p>
        </p:txBody>
      </p:sp>
      <p:sp>
        <p:nvSpPr>
          <p:cNvPr id="235" name="Google Shape;235;p37"/>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sp>
        <p:nvSpPr>
          <p:cNvPr id="236" name="Google Shape;236;p37"/>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